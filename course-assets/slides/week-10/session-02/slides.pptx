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fa2623d5ce4044" /><Relationship Type="http://schemas.openxmlformats.org/officeDocument/2006/relationships/extended-properties" Target="/docProps/app.xml" Id="Rcbb9f550e09b48b0" /><Relationship Type="http://schemas.openxmlformats.org/officeDocument/2006/relationships/officeDocument" Target="/ppt/presentation.xml" Id="Rba6c6be14109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cf777181de44a0"/>
  </p:sldMasterIdLst>
  <p:notesMasterIdLst>
    <p:notesMasterId xmlns:r="http://schemas.openxmlformats.org/officeDocument/2006/relationships" r:id="R8b018abe04e64a4c"/>
  </p:notesMasterIdLst>
  <p:sldIdLst>
    <p:sldId xmlns:r="http://schemas.openxmlformats.org/officeDocument/2006/relationships" id="256" r:id="R8ce54a8101574ab7"/>
    <p:sldId xmlns:r="http://schemas.openxmlformats.org/officeDocument/2006/relationships" id="257" r:id="R9aa06dbf56bb4adf"/>
    <p:sldId xmlns:r="http://schemas.openxmlformats.org/officeDocument/2006/relationships" id="258" r:id="R0293d763a9414ff7"/>
    <p:sldId xmlns:r="http://schemas.openxmlformats.org/officeDocument/2006/relationships" id="259" r:id="R6992b0cb70e24723"/>
    <p:sldId xmlns:r="http://schemas.openxmlformats.org/officeDocument/2006/relationships" id="260" r:id="R54852461e0ea4858"/>
    <p:sldId xmlns:r="http://schemas.openxmlformats.org/officeDocument/2006/relationships" id="261" r:id="R3bbe29bedb0f40a6"/>
    <p:sldId xmlns:r="http://schemas.openxmlformats.org/officeDocument/2006/relationships" id="262" r:id="R2095f91fd69f42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150ee44db948ef" /><Relationship Type="http://schemas.openxmlformats.org/officeDocument/2006/relationships/slideMaster" Target="/ppt/slideMasters/slideMaster1.xml" Id="Rddcf777181de44a0" /><Relationship Type="http://schemas.openxmlformats.org/officeDocument/2006/relationships/notesMaster" Target="/ppt/notesMasters/notesMaster1.xml" Id="R8b018abe04e64a4c" /><Relationship Type="http://schemas.openxmlformats.org/officeDocument/2006/relationships/presProps" Target="/ppt/presProps.xml" Id="Rbdd851fa4eb14acf" /><Relationship Type="http://schemas.openxmlformats.org/officeDocument/2006/relationships/tableStyles" Target="/ppt/tableStyles.xml" Id="Rdefaf093caf545ed" /><Relationship Type="http://schemas.openxmlformats.org/officeDocument/2006/relationships/slide" Target="/ppt/slides/slide1.xml" Id="R8ce54a8101574ab7" /><Relationship Type="http://schemas.openxmlformats.org/officeDocument/2006/relationships/slide" Target="/ppt/slides/slide2.xml" Id="R9aa06dbf56bb4adf" /><Relationship Type="http://schemas.openxmlformats.org/officeDocument/2006/relationships/slide" Target="/ppt/slides/slide3.xml" Id="R0293d763a9414ff7" /><Relationship Type="http://schemas.openxmlformats.org/officeDocument/2006/relationships/slide" Target="/ppt/slides/slide4.xml" Id="R6992b0cb70e24723" /><Relationship Type="http://schemas.openxmlformats.org/officeDocument/2006/relationships/slide" Target="/ppt/slides/slide5.xml" Id="R54852461e0ea4858" /><Relationship Type="http://schemas.openxmlformats.org/officeDocument/2006/relationships/slide" Target="/ppt/slides/slide6.xml" Id="R3bbe29bedb0f40a6" /><Relationship Type="http://schemas.openxmlformats.org/officeDocument/2006/relationships/slide" Target="/ppt/slides/slide7.xml" Id="R2095f91fd69f42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dc77e8146649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2a80a5ab3f49fb" /><Relationship Type="http://schemas.openxmlformats.org/officeDocument/2006/relationships/notesMaster" Target="/ppt/notesMasters/notesMaster1.xml" Id="R4d227b2c1f904c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3f0352f604257" /><Relationship Type="http://schemas.openxmlformats.org/officeDocument/2006/relationships/notesMaster" Target="/ppt/notesMasters/notesMaster1.xml" Id="Rb86c7a91070340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e3b4f00ff24ce7" /><Relationship Type="http://schemas.openxmlformats.org/officeDocument/2006/relationships/notesMaster" Target="/ppt/notesMasters/notesMaster1.xml" Id="Rc891e59def6348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fc3f5f88144ba" /><Relationship Type="http://schemas.openxmlformats.org/officeDocument/2006/relationships/notesMaster" Target="/ppt/notesMasters/notesMaster1.xml" Id="R38d7c073b7f7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c0fcbd9fb34de8" /><Relationship Type="http://schemas.openxmlformats.org/officeDocument/2006/relationships/notesMaster" Target="/ppt/notesMasters/notesMaster1.xml" Id="Rcd3988dc8f1544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c6acdc2e74bc7" /><Relationship Type="http://schemas.openxmlformats.org/officeDocument/2006/relationships/notesMaster" Target="/ppt/notesMasters/notesMaster1.xml" Id="Reb28323780fd4d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a4bca4f5b54233" /><Relationship Type="http://schemas.openxmlformats.org/officeDocument/2006/relationships/notesMaster" Target="/ppt/notesMasters/notesMaster1.xml" Id="R2e13bad9aa9740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Distributed processing helps beyond one machine, but communication becomes expensive. We inspect partitions and plans, reduce shuffles, and preserve the data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10, session 2: Spark and Distributed ETL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Explain partitions, shuffles, and lazy execution. Translate a local transform to Spark. Diagnose skew and avoid unnecessary movement.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Spark and Distributed ETL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partitions, lazy evaluation, shuffles, distributed joins.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Spark and Distributed ETL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Spark and Distributed ETL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Spark and Distributed ETL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Spark job with execution-plan notes and data checks.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Distributed processing helps beyond one machine, but communication becomes expensive. We inspect partitions and plans, reduce shuffles, and preserve the data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Spark and Distributed ETL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77fca123d4a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284b3808c460a" /><Relationship Type="http://schemas.openxmlformats.org/officeDocument/2006/relationships/slideLayout" Target="/ppt/slideLayouts/slideLayout1.xml" Id="Rc8c264987d9c4c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c264987d9c4c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b04861ce84d17" /><Relationship Type="http://schemas.openxmlformats.org/officeDocument/2006/relationships/image" Target="/ppt/media/image.png" Id="Ra68aa5d5e9a2493c" /><Relationship Type="http://schemas.openxmlformats.org/officeDocument/2006/relationships/image" Target="/ppt/media/image2.png" Id="R6b708a405d56437b" /><Relationship Type="http://schemas.openxmlformats.org/officeDocument/2006/relationships/notesSlide" Target="/ppt/notesSlides/notesSlide1.xml" Id="R2ecf6c3ec80344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952b77e20441b" /><Relationship Type="http://schemas.openxmlformats.org/officeDocument/2006/relationships/notesSlide" Target="/ppt/notesSlides/notesSlide2.xml" Id="R2544802d1bfd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b66226fd44e83" /><Relationship Type="http://schemas.openxmlformats.org/officeDocument/2006/relationships/notesSlide" Target="/ppt/notesSlides/notesSlide3.xml" Id="R46573da29e5347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8ece4e3de416b" /><Relationship Type="http://schemas.openxmlformats.org/officeDocument/2006/relationships/notesSlide" Target="/ppt/notesSlides/notesSlide4.xml" Id="R0d52a0ea48db43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214cbf65c4cb8" /><Relationship Type="http://schemas.openxmlformats.org/officeDocument/2006/relationships/notesSlide" Target="/ppt/notesSlides/notesSlide5.xml" Id="Ra98a72e9841247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f1b02f11646c9" /><Relationship Type="http://schemas.openxmlformats.org/officeDocument/2006/relationships/notesSlide" Target="/ppt/notesSlides/notesSlide6.xml" Id="R844827442338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9944048de40c2" /><Relationship Type="http://schemas.openxmlformats.org/officeDocument/2006/relationships/notesSlide" Target="/ppt/notesSlides/notesSlide7.xml" Id="Ra8ab1d0c54604d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0F9C7-5EF0-42E9-9ECA-5A5AA24C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99E7A-57A2-4DDF-9760-9F652F2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aa5d5e9a2493c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8D576-C7F1-4A46-8E14-E1428001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10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2E16B-D8B9-4D0D-BA12-6D7A9034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Spark and Distributed ETL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5EA50-6541-4B6C-84E4-D503D33D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3317C-E591-4C63-A3FE-F8B7155F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Transform analytical data from relational storage to distributed pipelines.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08a405d56437b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60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84F63-2802-429D-9887-C91D30B9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23721-40B8-4EBD-A515-05E5E0B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10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53C2D-D749-4A19-82A5-F972FEA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E1843-46F4-4C0D-9F9B-582627C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0CA2A-B011-4102-8FC8-88F5E0DF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DF885-FAE0-4438-A57F-138A4A12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07B48-B23C-4000-9D3B-B364CF5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C28D1-25BE-46EE-82F7-C8B0BB33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Explain partitions, shuffles, and lazy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12C04-6988-49B4-B003-2F5F090B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46983-8938-45FB-B6D2-D89E8155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EB621-7425-4F7F-B2BF-4F9FBE0A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Translate a local transform to Spark.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ED863-6C06-4F29-B61F-5CD3465E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1BACA-8EFF-4E14-9A37-E58CA03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7580C-041A-4DD8-B7A6-9CC10443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Diagnose skew and avoid unnecessary movement.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AE005-EBC2-4D4B-96B5-68615F0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34F1C-C711-4F63-B78E-57D5CE37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9453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18886-1489-4181-A21B-8EA8A6D8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DA5F5-C597-440D-9C2A-67A90D09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10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6F57F-A4E3-46B2-B56E-06388F9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12700-996A-44B3-A517-7977C1F5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18498-824E-4B87-ACBF-99D10DCD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4DAF3-43F2-4A84-A2B2-CC5C7938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4EE67-2128-4C5E-8AC2-7D40BAF9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B1408-357C-43CD-95A6-AB5DE3AE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25AB1-4D38-4D0A-B382-85C8CE65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partitions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C6576-5554-455A-BD08-7BE4370D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D5349-764E-4D5C-BE6F-8D93C36C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15932-3713-4581-8DFC-67E1FA9C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8E9A9-DEC1-4AC5-BF79-49566404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lazy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423D3-649C-414E-9109-1EB3AF8E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9CAA6-FC19-4C64-ABC8-E36E5323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61C86-B0BE-490E-9C9D-4395D98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3BEFB-A76C-4376-A54E-F37575FF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shuffles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25E0C-E5FD-4A78-9824-DA268AA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D9E1F-CABE-459D-9DF7-6A649B8A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3B462-9D72-41C8-A36F-C8D965F5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58F7B-7921-450F-821E-0349F4E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distributed joins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44FBEA-4252-4264-A4DD-4B55CF8F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184088-8E00-43A3-8CDD-DD9DBBCE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978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CAEAC-6CA8-4829-8A5C-D128B88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DA4FF-773E-4063-A062-920D8136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08125-9537-4185-ABA0-70FC57E5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87562-5178-45A4-8B08-85A54B37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5D729-D9FE-4217-AE34-5C5E678E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8C7D4-24F7-4B21-9811-114D04F8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DFD95-7A5A-46A1-9E54-65F48693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ECE1C-3455-4058-9180-EF369EE0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584C1-ED85-4643-8413-65CA4C4B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E7FB8-2822-41B4-8F58-C735E2FD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9679D-B3CE-48BE-81A2-7A878A98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1DDC5-DFAC-4A40-8482-A33DA2ED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0630D-FC6A-4BF9-A2C2-2B709D35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75424-1A5E-44D0-A1BA-341BFCCF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BB243-20F9-421A-803E-B8C98EB6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75F2B-EBDE-4DF4-B9CB-1A4E447D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1F09C-7FC8-4031-BC0F-5597867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C244F-6727-4260-B0BB-32131549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Scale an event aggregation from Pandas to PySpark.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D4DF4-1181-4395-A934-F7AE0C55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952217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F7F47-8DCC-4754-A5F7-45AC373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6C1F6-6DB6-4537-A6C6-E1227828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10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3C991-997B-4006-BC26-8AB7F1D4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CE8D6-1FA9-4C96-91FE-5A233D42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23062-3DB5-421F-B8D4-8CBA1E4F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73F50-05C9-4ADA-8CD3-4BBB0F92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AF98D-4D83-4688-8E17-D02188E4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B6AF5-AB3A-43FB-8BCE-1432D35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Scale an event aggregation from Pandas to PySpark.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5B027-9BE9-47E7-AB5D-18F856CD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89008-12E0-46A5-8023-4C0E413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DE875-F03A-4B09-A323-AFBA3D4A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504B5-8480-41CD-A8E7-8ECDA533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397A8-AC94-473E-A394-75524C6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89428-82DC-41C2-8190-85BC65D7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2B1F5-D865-4A82-A798-38A6A15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C7E3F-7A49-4D80-83E4-D8B05652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CA444-3326-4A18-80AB-DDC45E16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41215-0912-42DD-B657-16EC271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A78DD-BA57-4C66-BFC9-60AB62F6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5B9A1-A8F1-49F1-99A6-1D64BEA0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B7DBB-411A-463D-8FF3-C56683B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2B587-29F7-40E3-BC8A-7181898A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8BC44-DCA2-4BF2-8407-6FD21CE1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3DC9F-C4AA-4DE2-918D-362760A2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5DBBB-3B59-4FDB-B8C7-811B91FE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A0E30-0A68-4A06-970C-B218079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5859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A8C70-E928-48A3-A2F8-AEF472F2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754C3-2185-4750-ACE7-16E85AE8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10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4F0F-B5BF-433D-84C5-4149E2C0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6770F-06C8-4A53-8D88-86D24689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4A58F-7674-49ED-B4D6-842583D5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462BE-D709-4BA7-BBFA-5127C52C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Spark job with execution-plan notes and data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5624D-546A-4323-BD05-F685B39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31A50-EEEE-41A4-83BA-34691135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C64B8-0EB2-4F52-A43A-364F420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6A05E-92E6-4ECB-B90E-FDDCDCD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E41C5-464F-4A62-BFF5-A7C3637A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C946E-A60F-4305-8E54-6B05C397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FFCD1-F65C-4355-A6E7-AAE04BEC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52C0B-02A7-437B-BC02-EC384486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7056E-594F-4DEF-A69C-3513183F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46D6A-EB53-4BA8-819A-DCAE7B3B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Analytical Pipeline at Two Scales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BEE59-86F0-41BD-828A-C1A2BBDF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Data model 25%, SQL 25%, Spark 25%, tests 15%, documentation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A2C17-22C1-492E-8A03-855CE9FB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3355E-22BD-43B6-8798-ED8C1CFC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5219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17000-EB4B-4CB3-BC28-D14A6BD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452DE-0609-452C-82F1-83ECEE09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6B85B-656B-4889-B664-48F45CBD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A064E-789A-4D49-83A5-1525D23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264B7-D5C9-432F-B80A-284DC3D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partitions + lazy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F180A-F356-4202-B2B9-2980777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286CF-F7DE-4DA5-9290-D0337E3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188E8-CC17-4F47-A17D-EE6A8908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Scale an event aggregation from Pandas to PySpark.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AF755-F579-4EA6-B484-5DE8FB38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D2FA3-9286-447A-A7A2-DAC66096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882B4-B651-492C-B79E-A877F0D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Spark job with execution-plan notes and data checks.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F9FEA-5AEA-47E6-AB2F-F23B47FC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AD1B3-EC09-4B6D-8086-503C2679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7D4A3-DFC4-493E-B743-913427F2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CF532-F412-4F71-8B87-AFE5B60D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164222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2026-07-27T08:01:11.0980000Z</dcterms:created>
  <dcterms:modified xsi:type="dcterms:W3CDTF">2026-07-27T08:01:11.0980000Z</dcterms:modified>
</coreProperties>
</file>