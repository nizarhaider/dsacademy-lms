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6118345f44a44" /><Relationship Type="http://schemas.openxmlformats.org/officeDocument/2006/relationships/extended-properties" Target="/docProps/app.xml" Id="R596dad56014c4b8c" /><Relationship Type="http://schemas.openxmlformats.org/officeDocument/2006/relationships/officeDocument" Target="/ppt/presentation.xml" Id="Ra5e67d66f3a94b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cd85a1b154d4c"/>
  </p:sldMasterIdLst>
  <p:notesMasterIdLst>
    <p:notesMasterId xmlns:r="http://schemas.openxmlformats.org/officeDocument/2006/relationships" r:id="Rdddf703ffce34fd2"/>
  </p:notesMasterIdLst>
  <p:sldIdLst>
    <p:sldId xmlns:r="http://schemas.openxmlformats.org/officeDocument/2006/relationships" id="256" r:id="Rb2affcdf380446e6"/>
    <p:sldId xmlns:r="http://schemas.openxmlformats.org/officeDocument/2006/relationships" id="257" r:id="R1dc75259efc14a73"/>
    <p:sldId xmlns:r="http://schemas.openxmlformats.org/officeDocument/2006/relationships" id="258" r:id="R3a1a41c52728423c"/>
    <p:sldId xmlns:r="http://schemas.openxmlformats.org/officeDocument/2006/relationships" id="259" r:id="R25a73371515a4e72"/>
    <p:sldId xmlns:r="http://schemas.openxmlformats.org/officeDocument/2006/relationships" id="260" r:id="R3b76bf09059347a7"/>
    <p:sldId xmlns:r="http://schemas.openxmlformats.org/officeDocument/2006/relationships" id="261" r:id="R5a0a66e9e06847eb"/>
    <p:sldId xmlns:r="http://schemas.openxmlformats.org/officeDocument/2006/relationships" id="262" r:id="R71f5676a499c48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9df99dc3f4c23" /><Relationship Type="http://schemas.openxmlformats.org/officeDocument/2006/relationships/slideMaster" Target="/ppt/slideMasters/slideMaster1.xml" Id="R867cd85a1b154d4c" /><Relationship Type="http://schemas.openxmlformats.org/officeDocument/2006/relationships/notesMaster" Target="/ppt/notesMasters/notesMaster1.xml" Id="Rdddf703ffce34fd2" /><Relationship Type="http://schemas.openxmlformats.org/officeDocument/2006/relationships/presProps" Target="/ppt/presProps.xml" Id="Rca5ef8a55f414d54" /><Relationship Type="http://schemas.openxmlformats.org/officeDocument/2006/relationships/tableStyles" Target="/ppt/tableStyles.xml" Id="R6812dbd722294bbe" /><Relationship Type="http://schemas.openxmlformats.org/officeDocument/2006/relationships/slide" Target="/ppt/slides/slide1.xml" Id="Rb2affcdf380446e6" /><Relationship Type="http://schemas.openxmlformats.org/officeDocument/2006/relationships/slide" Target="/ppt/slides/slide2.xml" Id="R1dc75259efc14a73" /><Relationship Type="http://schemas.openxmlformats.org/officeDocument/2006/relationships/slide" Target="/ppt/slides/slide3.xml" Id="R3a1a41c52728423c" /><Relationship Type="http://schemas.openxmlformats.org/officeDocument/2006/relationships/slide" Target="/ppt/slides/slide4.xml" Id="R25a73371515a4e72" /><Relationship Type="http://schemas.openxmlformats.org/officeDocument/2006/relationships/slide" Target="/ppt/slides/slide5.xml" Id="R3b76bf09059347a7" /><Relationship Type="http://schemas.openxmlformats.org/officeDocument/2006/relationships/slide" Target="/ppt/slides/slide6.xml" Id="R5a0a66e9e06847eb" /><Relationship Type="http://schemas.openxmlformats.org/officeDocument/2006/relationships/slide" Target="/ppt/slides/slide7.xml" Id="R71f5676a499c48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7078d566f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bb2b756de2472f" /><Relationship Type="http://schemas.openxmlformats.org/officeDocument/2006/relationships/notesMaster" Target="/ppt/notesMasters/notesMaster1.xml" Id="R84138d3ec4c842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1589c64a64aa5" /><Relationship Type="http://schemas.openxmlformats.org/officeDocument/2006/relationships/notesMaster" Target="/ppt/notesMasters/notesMaster1.xml" Id="R4296bcdd00364d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a229517814061" /><Relationship Type="http://schemas.openxmlformats.org/officeDocument/2006/relationships/notesMaster" Target="/ppt/notesMasters/notesMaster1.xml" Id="R636e106ec168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becca099742e5" /><Relationship Type="http://schemas.openxmlformats.org/officeDocument/2006/relationships/notesMaster" Target="/ppt/notesMasters/notesMaster1.xml" Id="R3c4c0809dbfe4a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f0e38592e4a30" /><Relationship Type="http://schemas.openxmlformats.org/officeDocument/2006/relationships/notesMaster" Target="/ppt/notesMasters/notesMaster1.xml" Id="R7a32e6ea9f2a4c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0351eee0764d59" /><Relationship Type="http://schemas.openxmlformats.org/officeDocument/2006/relationships/notesMaster" Target="/ppt/notesMasters/notesMaster1.xml" Id="Re399c1fea00b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56ec089109447d" /><Relationship Type="http://schemas.openxmlformats.org/officeDocument/2006/relationships/notesMaster" Target="/ppt/notesMasters/notesMaster1.xml" Id="Rce293a8c52ea46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Reliable SQL begins with grain: what one row represents. We define keys before joining and test whether joins duplicate or discard business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10, session 1: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Write joins, aggregations, windows, and CTEs. Choose grain and keys before metrics. Test queries for duplication and missingness.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joins, window functions, grain, dimensional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documented SQL model with data tests.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Reliable SQL begins with grain: what one row represents. We define keys before joining and test whether joins duplicate or discard business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SQL and Analytical Data Modelling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6a256cc3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0b22366d34a30" /><Relationship Type="http://schemas.openxmlformats.org/officeDocument/2006/relationships/slideLayout" Target="/ppt/slideLayouts/slideLayout1.xml" Id="R037f9711c26c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f9711c26c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58411816d43f7" /><Relationship Type="http://schemas.openxmlformats.org/officeDocument/2006/relationships/image" Target="/ppt/media/image.png" Id="Rb3860c54c82f4a86" /><Relationship Type="http://schemas.openxmlformats.org/officeDocument/2006/relationships/image" Target="/ppt/media/image2.png" Id="Rbe48ccce8c3f4325" /><Relationship Type="http://schemas.openxmlformats.org/officeDocument/2006/relationships/notesSlide" Target="/ppt/notesSlides/notesSlide1.xml" Id="Red23be7c26b8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6cd11ec054c6e" /><Relationship Type="http://schemas.openxmlformats.org/officeDocument/2006/relationships/notesSlide" Target="/ppt/notesSlides/notesSlide2.xml" Id="Rb2a12bc2bbf544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5270853014e53" /><Relationship Type="http://schemas.openxmlformats.org/officeDocument/2006/relationships/notesSlide" Target="/ppt/notesSlides/notesSlide3.xml" Id="R3e572228847e4d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0694140d54cf8" /><Relationship Type="http://schemas.openxmlformats.org/officeDocument/2006/relationships/notesSlide" Target="/ppt/notesSlides/notesSlide4.xml" Id="R3963c0aef630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065bbf4e4e37" /><Relationship Type="http://schemas.openxmlformats.org/officeDocument/2006/relationships/notesSlide" Target="/ppt/notesSlides/notesSlide5.xml" Id="Ra72e8b084d4244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54dcddef44586" /><Relationship Type="http://schemas.openxmlformats.org/officeDocument/2006/relationships/notesSlide" Target="/ppt/notesSlides/notesSlide6.xml" Id="R360128dea13a4d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e9626332243ec" /><Relationship Type="http://schemas.openxmlformats.org/officeDocument/2006/relationships/notesSlide" Target="/ppt/notesSlides/notesSlide7.xml" Id="R632d41dff51743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A2297-5A46-4625-81A5-6D00A2C8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8CEEC-658F-4F6D-8556-2E249DB0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60c54c82f4a86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11FA6-4AF8-446A-AC4B-AF3B0CF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10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DFD88-04FC-46E1-84D5-36E1C9FD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SQL and Analytical Data Modelling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4AD0D-3EDC-42A1-8878-91FE866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F6DB5-E87D-4D4D-9097-3B521B7E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Transform analytical data from relational storage to distributed pipelines.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8ccce8c3f4325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57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9836E-108B-4F31-88DE-88EBD40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07A91-AF0F-446B-9733-5DB80BE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D7796-6B3A-4A99-BE4A-2F137C8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BB3D-A342-4D3A-BF2A-ADFD1BF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7F1CF-06D4-4E76-B1C1-FD93F60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9176A-B973-4CB6-B344-AD775D7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B51B-E06A-474B-8FE0-9315D26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79C82-B659-4252-BA57-1CC3BAB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Write joins, aggregations, windows, and CTEs.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71E4D-4D7D-41D6-B79F-50D9825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C5C19-F4C8-450D-BD70-D5E3E9A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DBA9C-DF78-4522-92A8-916A994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Choose grain and keys before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488B4-AC23-4554-9381-5AA3C81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24293-01C3-4EBF-A2A9-5901132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6FFB4-34D6-4854-AAF2-2EE3960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Test queries for duplication and missingness.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ECA12-0A8F-4CC6-8142-50B219E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4C55A-4C00-4D17-B47B-A3980B3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3741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B536F-D7FD-4274-83BC-2E70D96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C02D5-DE6A-428E-9B57-60B210C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031BC-A139-462E-85A1-0B83D0CD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4FE1A-A9E1-4AB0-8709-8272DE66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2630F-7634-4223-AFAE-185A03B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76C8-C186-4476-83CA-63915AA6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30F44-AF49-48B5-BA37-513D979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1899C-93D6-47E8-A70B-57B2FF6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64C58-5308-4DA0-A4A4-F85A7D2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joins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E9162-AB37-4525-AE02-4975977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98399-C76D-4030-909A-296FB37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5EA61-7CBB-413F-A1C5-EDD0334B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BC62F-12B4-45EF-9C84-96DB2C9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window 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99656-509F-48E9-AB82-5938043B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A3B74-AB5C-44FB-9D4F-B6256E5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2F21A-B1B8-4E48-83CC-AB361487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AE1F9-C02E-4B41-9B4E-F0157CAC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grain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A4F19-5E77-4AC3-8E83-B242457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F3B09-8CB0-47B5-8BF5-D4F9170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67B21-1968-4274-A585-B2F5D5A5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59E55-0E08-430F-80B2-712CF49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dimensional modelling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ECF19-965D-4187-A4E7-43905F8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570FB-72F2-400B-84AC-923EDA6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0230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48D4C-57A1-43B7-8AB1-634C271F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5866A-1440-483D-8924-F7D05DBB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DA5FD-C1ED-4774-8FBF-6916263D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3C599-9FCC-4843-81D4-944CD9E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D138-EC8D-4826-9E72-D700E18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7F0EF-4813-43DC-B2FE-6F06D18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CF61-2FD8-42B7-9F0D-80A3B02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23136-754C-41BA-B5C4-353ABEB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AE80B-CA5E-44BF-8BFE-0C8DCEF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7979E-04B0-4A07-8578-083C7674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4A257-4633-4C5D-AA98-21D2EBE0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8E9EB-5D5C-4A2F-9C8E-F62C756C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97603-3808-44C3-981B-D99359B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741AE-12EE-4B1D-8C15-232997D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4110B-4CA5-492A-8767-5BD4A12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50A35-E42F-4C62-BAB3-BAF78A0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B2AE2-44ED-4326-8E38-19B6C0A0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21FEA-465F-4D06-98BA-7F876BC1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Model orders and customers, then compute retention and revenue.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E4210-E108-4081-A78F-604A717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790268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6636C-88DD-46F8-9816-A968AA1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CFFB-3C69-492A-9FE3-80F9A952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AA2CE-9DBE-4726-8786-EC861D21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ADB87-20D5-4DE6-BAE8-3593BA58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2979C-30ED-4274-94C5-2E8B920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3FDC-E2E7-4B6F-AC95-C6996B79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B55DB-850D-484D-92C3-7692065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BA892-68F9-4211-9248-0EDE0697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Model orders and customers, then compute retention and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E009C-6A2A-4372-B236-4AD64322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5BD21-82BE-40F3-85FA-6CC3876B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E45B6-5E09-4188-A5D8-B438BC6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4A4EB-6485-4EE1-A4DE-7A58B05E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26EC8-EF07-4687-A033-580F7100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87C9A-98D6-4185-8816-09F85B9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9388F-3E76-448A-B351-C37B0A6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740AC-F21D-49FC-8990-FC9569B7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6AAA3-F7B9-4576-BCB8-108D46F3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D5166-5B1F-401B-8F13-9D3A13B0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CAE85-9768-4A17-8176-31AD1612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1362B-990F-4D24-A32E-5613B590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4F089-694F-4C36-ACAA-66B3ABA2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BCA21-982B-49BE-8D23-F4EB7746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8A821-6F38-48D5-876B-DCA249C0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57752-DDFB-4E92-81E8-78AB89D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5CD9B-BF9F-44E4-AF34-24D6342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1DBC6-1C4C-4A78-8169-B76783A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8878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45F08-277A-43A4-BA89-28735E77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184EB-8F15-4E7F-9551-2DDB112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EE4B6-EBF4-46E2-B0BE-6BBC505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433BC-AD70-4D70-928A-A1675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090EA-84BC-4169-98A1-81F577A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CF382-17F1-4A64-B5CC-F8FD4DEC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documented SQL model with data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25487-0C32-41E1-AED9-812CBC2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15B5-BECC-4A3E-8470-EA750A2C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20BA7-24AB-430D-8BBE-1663817C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41231-F5B5-4BCD-932D-76172B17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7D8A8-4924-435B-9EA9-A6FFEA2A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93F98-4E73-448E-BEE6-63BBFB0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C4AAC-4F26-4872-BA9F-EB4770B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93EB4-BD70-4C79-90F5-8CD0474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5EDDE-7D64-40F8-BF3B-A3C4597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B53AB-D9F4-4AF6-85D3-AB59573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Analytical Pipeline at Two Scales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BB476-114D-48E7-B2ED-0A01A252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Data model 25%, SQL 25%, Spark 25%, tests 15%,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A9B96-EA04-4078-A629-CABBB50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91A91-4B27-45BA-90FA-78C6599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3455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7B62D-74DB-49D5-B2E2-B7B86B94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6CAE6-EAE4-4626-BCF6-F3076B9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52A87-340A-4656-AC07-FAFAA4E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2D6FE-A10D-42DB-AA2D-1C7C0ED2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D3302-4FBA-4E33-9701-1ABFCADE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joins + window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4FA4-BE52-46FE-9B1A-DD9D107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FCDB1-C70D-4985-85D5-919D38BB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2B366-F456-48DD-AA6F-0639EEE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Model orders and customers, then compute retention and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ABDCA-CF90-44E1-9A4C-DFADCD8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EEBD7-69EB-4781-B639-0D29979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D1B87-1A6A-4C39-8A9C-64A5730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documented SQL model with data tests.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87890-2B74-474E-A8CE-C3C8B52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F3CC8-BAF7-4AF1-BD17-42F605D5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6B18F-FD03-4F6E-B609-1ABDD6A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A8DE8-DC06-4298-AD2F-1BA780B4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382712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2026-07-27T08:01:10.4990000Z</dcterms:created>
  <dcterms:modified xsi:type="dcterms:W3CDTF">2026-07-27T08:01:10.4990000Z</dcterms:modified>
</coreProperties>
</file>