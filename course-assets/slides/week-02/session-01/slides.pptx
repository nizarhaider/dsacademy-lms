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66b6c5efb4aa1" /><Relationship Type="http://schemas.openxmlformats.org/officeDocument/2006/relationships/extended-properties" Target="/docProps/app.xml" Id="Rb8f4da1816724af7" /><Relationship Type="http://schemas.openxmlformats.org/officeDocument/2006/relationships/officeDocument" Target="/ppt/presentation.xml" Id="R576bd58b9ee1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a0850fe7f4595"/>
  </p:sldMasterIdLst>
  <p:notesMasterIdLst>
    <p:notesMasterId xmlns:r="http://schemas.openxmlformats.org/officeDocument/2006/relationships" r:id="R4126ab7bd61d47d1"/>
  </p:notesMasterIdLst>
  <p:sldIdLst>
    <p:sldId xmlns:r="http://schemas.openxmlformats.org/officeDocument/2006/relationships" id="256" r:id="Reb4b313d177e46fa"/>
    <p:sldId xmlns:r="http://schemas.openxmlformats.org/officeDocument/2006/relationships" id="257" r:id="R48e68a2a5c524f4c"/>
    <p:sldId xmlns:r="http://schemas.openxmlformats.org/officeDocument/2006/relationships" id="258" r:id="R8f87f28c9eb84d47"/>
    <p:sldId xmlns:r="http://schemas.openxmlformats.org/officeDocument/2006/relationships" id="259" r:id="Re9b8494ffbbb40cc"/>
    <p:sldId xmlns:r="http://schemas.openxmlformats.org/officeDocument/2006/relationships" id="260" r:id="Re1d77f96c8bf45b7"/>
    <p:sldId xmlns:r="http://schemas.openxmlformats.org/officeDocument/2006/relationships" id="261" r:id="R6c30b19f2510436c"/>
    <p:sldId xmlns:r="http://schemas.openxmlformats.org/officeDocument/2006/relationships" id="262" r:id="R13b2e872186145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da8a30b774031" /><Relationship Type="http://schemas.openxmlformats.org/officeDocument/2006/relationships/slideMaster" Target="/ppt/slideMasters/slideMaster1.xml" Id="Ra65a0850fe7f4595" /><Relationship Type="http://schemas.openxmlformats.org/officeDocument/2006/relationships/notesMaster" Target="/ppt/notesMasters/notesMaster1.xml" Id="R4126ab7bd61d47d1" /><Relationship Type="http://schemas.openxmlformats.org/officeDocument/2006/relationships/presProps" Target="/ppt/presProps.xml" Id="Re6d16769b0d04e0c" /><Relationship Type="http://schemas.openxmlformats.org/officeDocument/2006/relationships/tableStyles" Target="/ppt/tableStyles.xml" Id="R9aa42a4310ed4e49" /><Relationship Type="http://schemas.openxmlformats.org/officeDocument/2006/relationships/slide" Target="/ppt/slides/slide1.xml" Id="Reb4b313d177e46fa" /><Relationship Type="http://schemas.openxmlformats.org/officeDocument/2006/relationships/slide" Target="/ppt/slides/slide2.xml" Id="R48e68a2a5c524f4c" /><Relationship Type="http://schemas.openxmlformats.org/officeDocument/2006/relationships/slide" Target="/ppt/slides/slide3.xml" Id="R8f87f28c9eb84d47" /><Relationship Type="http://schemas.openxmlformats.org/officeDocument/2006/relationships/slide" Target="/ppt/slides/slide4.xml" Id="Re9b8494ffbbb40cc" /><Relationship Type="http://schemas.openxmlformats.org/officeDocument/2006/relationships/slide" Target="/ppt/slides/slide5.xml" Id="Re1d77f96c8bf45b7" /><Relationship Type="http://schemas.openxmlformats.org/officeDocument/2006/relationships/slide" Target="/ppt/slides/slide6.xml" Id="R6c30b19f2510436c" /><Relationship Type="http://schemas.openxmlformats.org/officeDocument/2006/relationships/slide" Target="/ppt/slides/slide7.xml" Id="R13b2e8721861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92964c9e9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40848f7f64989" /><Relationship Type="http://schemas.openxmlformats.org/officeDocument/2006/relationships/notesMaster" Target="/ppt/notesMasters/notesMaster1.xml" Id="R137b66633aaa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81bdef8a04b7f" /><Relationship Type="http://schemas.openxmlformats.org/officeDocument/2006/relationships/notesMaster" Target="/ppt/notesMasters/notesMaster1.xml" Id="Reb6eb5d45a5d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562ed7a184b8a" /><Relationship Type="http://schemas.openxmlformats.org/officeDocument/2006/relationships/notesMaster" Target="/ppt/notesMasters/notesMaster1.xml" Id="R87da697dd19a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41c4abe5904d02" /><Relationship Type="http://schemas.openxmlformats.org/officeDocument/2006/relationships/notesMaster" Target="/ppt/notesMasters/notesMaster1.xml" Id="R3cdca111a1c3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75e2df80e44e73" /><Relationship Type="http://schemas.openxmlformats.org/officeDocument/2006/relationships/notesMaster" Target="/ppt/notesMasters/notesMaster1.xml" Id="R6f64c49006234a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84556265c34a4d" /><Relationship Type="http://schemas.openxmlformats.org/officeDocument/2006/relationships/notesMaster" Target="/ppt/notesMasters/notesMaster1.xml" Id="R968ce93ba1ae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5d06a78c2347ef" /><Relationship Type="http://schemas.openxmlformats.org/officeDocument/2006/relationships/notesMaster" Target="/ppt/notesMasters/notesMaster1.xml" Id="R602c73c11d0a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Reproducibility means rebuilding a result from code, data, and declared configuration. Git commits preserve decisions, while environments and project boundaries preserve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2, session 1: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Use focused commits and branches. Separate source, tests, data, notebooks, and configuration. Recreate an environment from declared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Git history, branching, project layout,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repository with tests, a dependency lock, and meaningful commits.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Reproducibility means rebuilding a result from code, data, and declared configuration. Git commits preserve decisions, while environments and project boundaries preserve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Git and Reproducible Project Structure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a8f9993a548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d13d8079f4a24" /><Relationship Type="http://schemas.openxmlformats.org/officeDocument/2006/relationships/slideLayout" Target="/ppt/slideLayouts/slideLayout1.xml" Id="R3796dcd92bd3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96dcd92bd3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90f4747694050" /><Relationship Type="http://schemas.openxmlformats.org/officeDocument/2006/relationships/image" Target="/ppt/media/image.png" Id="R1893d1ef3109493d" /><Relationship Type="http://schemas.openxmlformats.org/officeDocument/2006/relationships/image" Target="/ppt/media/image2.png" Id="Re7e039d3001d4ec7" /><Relationship Type="http://schemas.openxmlformats.org/officeDocument/2006/relationships/notesSlide" Target="/ppt/notesSlides/notesSlide1.xml" Id="R33fe6b25c88a40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c04c1a8b42b2" /><Relationship Type="http://schemas.openxmlformats.org/officeDocument/2006/relationships/notesSlide" Target="/ppt/notesSlides/notesSlide2.xml" Id="Rce8c2e38e50f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cb1a8d4994995" /><Relationship Type="http://schemas.openxmlformats.org/officeDocument/2006/relationships/notesSlide" Target="/ppt/notesSlides/notesSlide3.xml" Id="Rc7d6df9601ee4a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d36c3a80f4dca" /><Relationship Type="http://schemas.openxmlformats.org/officeDocument/2006/relationships/notesSlide" Target="/ppt/notesSlides/notesSlide4.xml" Id="R735754821f2d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5b097b9f848bb" /><Relationship Type="http://schemas.openxmlformats.org/officeDocument/2006/relationships/notesSlide" Target="/ppt/notesSlides/notesSlide5.xml" Id="R5197864b15bb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91e4148ab42b8" /><Relationship Type="http://schemas.openxmlformats.org/officeDocument/2006/relationships/notesSlide" Target="/ppt/notesSlides/notesSlide6.xml" Id="R1e7f543660c94d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05cf86470497e" /><Relationship Type="http://schemas.openxmlformats.org/officeDocument/2006/relationships/notesSlide" Target="/ppt/notesSlides/notesSlide7.xml" Id="Rbe0ef90220114f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A563E-4127-4E96-8FAC-116CDE61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DD8A-913D-4BD8-BE2B-F0DC343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3d1ef3109493d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066A2-2CBE-415A-92F6-1A9EBC07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02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A298-EBAC-4EFC-8309-2565BEF0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Git and Reproducible Project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10E2E-3BCA-47EF-9273-BE4F1FF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4856C-C1BD-4682-81C4-19D4E501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Turn notebooks into maintainable projects that obtain and expose data.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039d3001d4ec7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70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C5A5B-0E67-4839-B0C5-BA7C528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60D7A-AB5B-4921-B9C0-BB1D184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3953D-D354-4F1A-8AA1-0023A913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1087B-B39F-4BE4-9D13-E6D1C22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56601-716D-4F01-82DB-FFC8109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491E2-35D5-4FB2-99B1-8760A98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74EFA-BACB-48FB-AB08-71E4F29D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8C530-9FF2-4C12-ADD9-0AF2663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Use focused commits and branches.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11D3B-AE65-4422-B767-20CA2004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FEA65-E3BD-422A-ACBC-D01FDA82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06484-3FF1-4BD5-917C-0FC11B8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Separate source, tests, data, notebooks, and configuration.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93528-253D-41BF-80AE-42F5F719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1A290-102C-40A6-8B71-AAB02BC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33DD3-C12C-4FC5-AC94-BE3E988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Recreate an environment from declared dependencies.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43EFC-25F5-4D9F-AE73-B5804B5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DA889-C72F-45AB-8204-263A98F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3458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6F960-CA2C-4434-8F29-CEBB279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D64E1-5125-4A75-B3B0-43E2E3F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9C8C6-DF76-406F-BBB0-30388943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FBFAA-093B-4460-B112-5FCDE28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C1538-CD6C-4396-A055-09D3F1F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224E8-D3CD-4BE7-9F06-9070481B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240AE-DEFD-4F04-BA51-8CD746C8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28823-8A67-4D77-A2D9-33653247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9475C-2A42-4429-9261-A8DEA31C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Git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CCB99-3FBE-486B-AE8B-08564BAA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AEA5F-E0F2-4D8F-BDAE-C630636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9D55D-2593-4F97-AF3F-2D6DBD3C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7434E-B337-4D10-A25A-095C39C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branching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80956-B956-4D41-ADC3-146208D9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2D3ED-2AC2-44D5-BF2D-D8EFCF4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A57B4-1760-44AC-A82F-EA5EF01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2D38C-1B59-4B15-B24A-55539F7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project layout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3F3E5-CDBC-4705-A509-3EB9EA7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6C9BC-0873-4173-9A35-99069ED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07819-B04D-4525-8538-C7D6867A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2F6FE-7DD6-43AF-BB2B-850564E8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environments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524F6-92F6-4691-8A61-B0D5CCC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E0937-BA22-4B77-84A5-CDC4F89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4828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15F17-D51D-47F7-8E4B-A0C7C42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39F71-DDA5-4801-A380-39FE024B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930BE-130A-466E-8BD9-35E04CB6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33E9-DFBE-4BD9-AA26-71310292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B4F69-3B87-4AE5-A58F-2A36795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CC192-306E-4D1A-B4AF-8F4387B5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61BC4-9995-4648-A9AC-96B8329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6ACAD-D447-4A38-97B1-6F7F779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D94F4-66C1-42B9-8A92-EE38E475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63E72-CA2B-43D3-B0BC-219E2F75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708CD-0EB7-4172-A821-CFD29346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F7248-25DA-4055-9B4E-7D8A701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D9C00-3CFC-4D6D-91F5-CCD305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3B43B-B531-454C-8706-2720470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9EF07-C495-4FFC-A26F-459F356F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F48D1-8DBF-4ED0-BE03-5AD9750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EEF4D-D581-434B-A0C7-29BF22F2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54D61-D7A4-472E-B186-9BC8EEF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Refactor the week-one notebook into an installable repository.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7C899-B8A5-4E22-9F63-2C6D1C3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801607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833B0-927D-430C-998F-2FD1F67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37AD2-A84F-46D1-A7FB-2C1138F5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099D4-2B72-484D-9BC3-1AFD97B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FBC97-FD43-4561-BD00-32B6B3B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8D000-48D6-4CE6-8D41-FEC70EC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7A24-A43A-44D5-88E5-0DC161F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1EFE-5DD1-4471-9335-99F7A6B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B816B-08CB-41E5-854C-EDA8F88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Refactor the week-one notebook into an installable repository.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C62B-FA2A-42CD-BBF9-659C6F8C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6297A-C011-4B60-AD60-101D026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C52BF-FD5F-4DE2-85B9-6A2D40FD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682F4-9A8D-42E2-BD3D-B595F076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CA6D0-E19C-49F9-A611-3283AF4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AE2E3-EDC7-4457-9CEE-4C3320A8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B956D-5003-4DD5-BDDD-0EC345E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672EF-DDE6-4973-96ED-6B447544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C2C63-4762-49EF-B73A-D77A271A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47A29-951C-49EE-8175-DDD701A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01FB8-FEF1-4926-B9CB-BEEFA260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3B66E-6A4A-4E39-B6D9-3A807014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7ADED-6170-4C84-BEAB-0F28309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C8076-9233-4370-8751-7C184D8F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8D113-B87D-4412-942D-B1949CF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9FFEA-5A29-40CF-923A-512A09A3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E49E3-55ED-4156-B4A1-A0634C05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ED276-B9F1-44FF-BD1F-E35DE7A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0983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F5D91-32AE-4ADC-9941-3F1553FD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FFBF3-E46D-4EAC-A06F-A9923651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C9A1F-2931-4E5E-8490-CC34D9F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7467-FA1B-4D56-A00D-C4B658C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EF08-3589-42D6-A190-A36DEE5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082D7-6FB7-4208-985E-13A23E60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repository with tests, a dependency lock, and meaningful commits.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EF4E0-89DC-43DF-90D0-96B4F496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060A6-AC1A-4FBF-9635-F467093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03D95-C08D-4BAD-9CED-E34D5633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81D91-EE3B-4CC7-B65C-D7F5F3FF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65D1B-0926-4C48-BD2E-A01370E2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9DA65-92E7-4903-97C4-D6E4E534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6457E-0A12-42C1-A611-88EA6AB9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B1CF6-8A1F-4EFB-8297-4D6E69AB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85FA1-005D-4AE2-BA0B-5E59760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E5129-90B6-4A37-8432-0109D5C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Public Data Explorer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BD785-C2EA-490E-96D3-C6E7A8B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Reliability 30%, architecture 25%, interface 20%, documentation 15%, Git practice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F9BA5-0A1E-423F-91E3-9F6D2B4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13D49-1369-4A72-BFAF-2C0ADC1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7487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198B5-D0EC-41C5-82B8-D375441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9707B-4743-4C1B-B640-3E2A802F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C6FA-0BF7-4E31-8916-1D4B69C3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BFB3E-9F77-4DEF-99B3-31CCE67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034A6-50F7-413F-9F65-02A0F596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Git history + branching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AFE4C-B1DB-493F-AAE2-A4F90A9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AAD3B-F7E5-4B05-BBA8-DA35A4D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E8992-F047-4257-8C84-A77AFAE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Refactor the week-one notebook into an installable repository.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0A5E2-0AE0-4EA7-8168-FCBFE4C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2736E-4C71-41AC-82BC-957C50C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94CCF-1A0D-4D0C-B3F8-9CA80485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repository with tests, a dependency lock, and meaningful commits.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512DA-E6A5-4EA7-A52C-194F3E1D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6987-21D0-4E91-8372-F2A8453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05352-B387-41A6-AF82-B42EC39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43836-8D0E-491B-B497-B6C9C902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511622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2026-07-27T08:01:00.5850000Z</dcterms:created>
  <dcterms:modified xsi:type="dcterms:W3CDTF">2026-07-27T08:01:00.5850000Z</dcterms:modified>
</coreProperties>
</file>