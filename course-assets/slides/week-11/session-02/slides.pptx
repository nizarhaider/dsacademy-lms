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9a8782c5824315" /><Relationship Type="http://schemas.openxmlformats.org/officeDocument/2006/relationships/extended-properties" Target="/docProps/app.xml" Id="Re99c47730aac462b" /><Relationship Type="http://schemas.openxmlformats.org/officeDocument/2006/relationships/officeDocument" Target="/ppt/presentation.xml" Id="R8d7937ca11e14f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436f2089da4818"/>
  </p:sldMasterIdLst>
  <p:notesMasterIdLst>
    <p:notesMasterId xmlns:r="http://schemas.openxmlformats.org/officeDocument/2006/relationships" r:id="R2ec896a728b946a9"/>
  </p:notesMasterIdLst>
  <p:sldIdLst>
    <p:sldId xmlns:r="http://schemas.openxmlformats.org/officeDocument/2006/relationships" id="256" r:id="R3042e936cc5d4ef4"/>
    <p:sldId xmlns:r="http://schemas.openxmlformats.org/officeDocument/2006/relationships" id="257" r:id="Rc96b8a7b820b49d7"/>
    <p:sldId xmlns:r="http://schemas.openxmlformats.org/officeDocument/2006/relationships" id="258" r:id="R15a411d60d614a08"/>
    <p:sldId xmlns:r="http://schemas.openxmlformats.org/officeDocument/2006/relationships" id="259" r:id="R202b4e9dc2d44f88"/>
    <p:sldId xmlns:r="http://schemas.openxmlformats.org/officeDocument/2006/relationships" id="260" r:id="Rbd32f8de52634415"/>
    <p:sldId xmlns:r="http://schemas.openxmlformats.org/officeDocument/2006/relationships" id="261" r:id="R45d20598beb540df"/>
    <p:sldId xmlns:r="http://schemas.openxmlformats.org/officeDocument/2006/relationships" id="262" r:id="R535d83cb7b1e4c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f119a2b3be4bec" /><Relationship Type="http://schemas.openxmlformats.org/officeDocument/2006/relationships/slideMaster" Target="/ppt/slideMasters/slideMaster1.xml" Id="R84436f2089da4818" /><Relationship Type="http://schemas.openxmlformats.org/officeDocument/2006/relationships/notesMaster" Target="/ppt/notesMasters/notesMaster1.xml" Id="R2ec896a728b946a9" /><Relationship Type="http://schemas.openxmlformats.org/officeDocument/2006/relationships/presProps" Target="/ppt/presProps.xml" Id="R282bbc6914474bec" /><Relationship Type="http://schemas.openxmlformats.org/officeDocument/2006/relationships/tableStyles" Target="/ppt/tableStyles.xml" Id="R2be9857be6354c1f" /><Relationship Type="http://schemas.openxmlformats.org/officeDocument/2006/relationships/slide" Target="/ppt/slides/slide1.xml" Id="R3042e936cc5d4ef4" /><Relationship Type="http://schemas.openxmlformats.org/officeDocument/2006/relationships/slide" Target="/ppt/slides/slide2.xml" Id="Rc96b8a7b820b49d7" /><Relationship Type="http://schemas.openxmlformats.org/officeDocument/2006/relationships/slide" Target="/ppt/slides/slide3.xml" Id="R15a411d60d614a08" /><Relationship Type="http://schemas.openxmlformats.org/officeDocument/2006/relationships/slide" Target="/ppt/slides/slide4.xml" Id="R202b4e9dc2d44f88" /><Relationship Type="http://schemas.openxmlformats.org/officeDocument/2006/relationships/slide" Target="/ppt/slides/slide5.xml" Id="Rbd32f8de52634415" /><Relationship Type="http://schemas.openxmlformats.org/officeDocument/2006/relationships/slide" Target="/ppt/slides/slide6.xml" Id="R45d20598beb540df" /><Relationship Type="http://schemas.openxmlformats.org/officeDocument/2006/relationships/slide" Target="/ppt/slides/slide7.xml" Id="R535d83cb7b1e4c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9f5d73064a43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02a4cb75364da9" /><Relationship Type="http://schemas.openxmlformats.org/officeDocument/2006/relationships/notesMaster" Target="/ppt/notesMasters/notesMaster1.xml" Id="Re1925ccd884548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8b4c4c4b3442e6" /><Relationship Type="http://schemas.openxmlformats.org/officeDocument/2006/relationships/notesMaster" Target="/ppt/notesMasters/notesMaster1.xml" Id="R8026149e71c545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cf97ebaf404b07" /><Relationship Type="http://schemas.openxmlformats.org/officeDocument/2006/relationships/notesMaster" Target="/ppt/notesMasters/notesMaster1.xml" Id="R60574dcedb2a41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ef6821464f4f45" /><Relationship Type="http://schemas.openxmlformats.org/officeDocument/2006/relationships/notesMaster" Target="/ppt/notesMasters/notesMaster1.xml" Id="Re2e9ee8a80a240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7eaf84e76943b9" /><Relationship Type="http://schemas.openxmlformats.org/officeDocument/2006/relationships/notesMaster" Target="/ppt/notesMasters/notesMaster1.xml" Id="R583ca6d4b67f47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0193787f8b4525" /><Relationship Type="http://schemas.openxmlformats.org/officeDocument/2006/relationships/notesMaster" Target="/ppt/notesMasters/notesMaster1.xml" Id="R13a65dbfa8424d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2018d6c2224f4d" /><Relationship Type="http://schemas.openxmlformats.org/officeDocument/2006/relationships/notesMaster" Target="/ppt/notesMasters/notesMaster1.xml" Id="Rfa0df9cbe57e41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MLOps is disciplined change management for data and models. Every artifact links to evidence, promotion has an owner, and rollback does not require rebuilding the past.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11, session 2: Experiments, Versioning and Monitoring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Track code, data, parameters, metrics, and artifacts. Define promotion and rollback criteria. Design monitoring around model risks.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Experiments, Versioning and Monitoring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experiment tracking, model registry, promotion, observability.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Experiments, Versioning and Monitoring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Experiments, Versioning and Monitoring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Experiments, Versioning and Monitoring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model release record, rollback plan, and alert specification.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11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MLOps is disciplined change management for data and models. Every artifact links to evidence, promotion has an owner, and rollback does not require rebuilding the past.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Experiments, Versioning and Monitoring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e4e5b84814b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a8786cf66e47d3" /><Relationship Type="http://schemas.openxmlformats.org/officeDocument/2006/relationships/slideLayout" Target="/ppt/slideLayouts/slideLayout1.xml" Id="R48b7f12edc264a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b7f12edc264a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f3f828d1741e7" /><Relationship Type="http://schemas.openxmlformats.org/officeDocument/2006/relationships/image" Target="/ppt/media/image.png" Id="Rd9b584ca46b74b7a" /><Relationship Type="http://schemas.openxmlformats.org/officeDocument/2006/relationships/image" Target="/ppt/media/image2.png" Id="R3db17fbcd237437d" /><Relationship Type="http://schemas.openxmlformats.org/officeDocument/2006/relationships/notesSlide" Target="/ppt/notesSlides/notesSlide1.xml" Id="R7eb468ceb0cc49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0c6776ab742be" /><Relationship Type="http://schemas.openxmlformats.org/officeDocument/2006/relationships/notesSlide" Target="/ppt/notesSlides/notesSlide2.xml" Id="R5bc97b04cf094d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5f775919640c0" /><Relationship Type="http://schemas.openxmlformats.org/officeDocument/2006/relationships/notesSlide" Target="/ppt/notesSlides/notesSlide3.xml" Id="Rce47dc2884e343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a86cd5fdb4a93" /><Relationship Type="http://schemas.openxmlformats.org/officeDocument/2006/relationships/notesSlide" Target="/ppt/notesSlides/notesSlide4.xml" Id="R1ee978a875114e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732ea7d574b8f" /><Relationship Type="http://schemas.openxmlformats.org/officeDocument/2006/relationships/notesSlide" Target="/ppt/notesSlides/notesSlide5.xml" Id="R125004ac139143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eaf9ebd6a486d" /><Relationship Type="http://schemas.openxmlformats.org/officeDocument/2006/relationships/notesSlide" Target="/ppt/notesSlides/notesSlide6.xml" Id="Rb6e117398c2848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33aaab46f4aad" /><Relationship Type="http://schemas.openxmlformats.org/officeDocument/2006/relationships/notesSlide" Target="/ppt/notesSlides/notesSlide7.xml" Id="Rd2ef619d7dee48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7DC7C-E27C-43D7-92A7-C5C0E3A4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6244B-2A2C-470A-AF8A-13E9645A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b584ca46b74b7a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EACE8-F0F7-4E72-94F0-A1D2404A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11  ·  SESSION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9A871-CB60-4B8F-BFA8-E6D34240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Experiments, Versioning and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E55FD-58A2-4D6F-B82E-87F637E4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03127-10BB-4680-832B-B40CA589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Automate reliable releases and make model behavior observable.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17fbcd237437d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0251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A4315-105E-41B4-A0C5-68D874DD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292EE-6D42-48EB-848B-074FF917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11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E1BA9-C8BC-4A3D-A992-6CB8FF50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FAD70-D2B7-42EA-9DB1-B87E34CF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7FAD0-3BD2-4915-8299-18CEE84B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76AB2-5407-4BF7-B58C-B40C75DA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DEE0F-9553-48DB-8D27-BB9A005A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4BA8D-0E8C-4078-B786-394D68C5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Track code, data, parameters, metrics, and artifacts.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575C0-22FA-4CD1-8A6A-AAC6EE30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5158E-FC4A-4EC3-983A-0DFD4633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7B6D9-92F4-4A43-8BE6-AB32CB38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Define promotion and rollback criteria.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9B508-77B4-453D-911E-3C09DAD3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F0E47-5B52-4F43-8FEA-B980AF4B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534A3-4B36-4989-9681-EE1E186F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Design monitoring around model risks.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FB40D-9784-4DCD-9990-4B22851A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FC194-6127-4EA9-9E4E-18570E82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10889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319695-7735-427D-8D4A-EB4A5891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4AAB6-A403-4FDA-9B45-C00C0057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11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8F68B-D9CC-4290-B1D2-D9E16BEB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3B6DA-9E14-4E54-93B8-375D47F0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36184-9210-4090-905E-2F4577BE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A3E85-C373-49B6-BC1E-B31EFBF0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37C70-8E2C-4510-93DE-696B1C42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11C58-3521-46AB-80D9-894D6B1E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DE895-3E9D-4C64-B043-EEB375E1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experiment tracking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0BA51-0A34-486A-A8A0-32186BD5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622DE-EFFA-40FA-96B7-26F72B0A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43A03-0281-4EBA-A6E9-20D31965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AE3AE-DDFD-46D7-9EF5-D89C8E1B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model registry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D80E1-4DCC-48EC-A8DA-FF2B42B3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C78B5-DE35-4824-9BA8-0C1BD876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E445D-FCAA-421F-A0C7-0A712C13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76BE4-823B-4CFD-AF87-19A6C15C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promotion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709EAD-F9D6-43B7-9618-4F0E3C9F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51B2F-DA2E-4F85-99B7-B2C45850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9961BD-4AA9-448C-9569-126B063E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7936C-D3D3-49E9-9B85-7DA3A609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observability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7101B2-A9D6-451E-8C40-414B550D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8BE5A-3B25-44B8-9BE7-F9758420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93489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98F452-6510-49F4-8E0D-FCC2F725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C28CA-397B-4386-B6CD-D1BC2661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0A2D1-7C9D-4415-8FD0-CD5570D2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36CC2-C6B9-453B-BACF-4350220A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48BA3-2AB7-40DF-A48A-F07EA29C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89806-8D38-49F4-B1B1-39D8EDC2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C3973-7ACF-49A2-B61D-A0C09F38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59E2B-6121-4172-AA4C-E38A719D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44408-C5EA-41B7-BA6F-2211F86F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D794A-EC84-43FF-8CFE-B18DCAE5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DD6D6-EDD9-4C89-8835-42CA72C1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3AC11-61BB-4538-9510-CFDF91A9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A2139-146C-453D-960E-FF918144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F30E3-ADDD-4C95-B19A-6BBF04A3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426FA-BADA-4E9B-A59B-079BC96C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5A181-8B43-4E25-B931-A19A7D74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4C255-C177-4DC9-96A6-F4847912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0D44E-A51E-4AB7-8637-75542CD7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Create an experiment lineage and staged release checklist.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547DA-3AA1-47C6-BB69-172F7714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11159315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0AD30E-2DD8-4302-983E-997A49F2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8C6A3-C9F5-4A5A-980F-ADEB7122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11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9B90-CDB7-4D8E-BD56-DF90EA19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8C4F8-09DB-4617-A7E1-4D0362E2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E28B5-183F-4DB3-B5EB-B6CA1D43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E9B04-00D1-49A4-A8AA-79873989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C4D1B-CBE3-493F-8C80-B9E172D2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D5D0E-B251-4012-BD94-EF412C14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Create an experiment lineage and staged release checklist.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91954-916C-4DF6-A780-67037730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4FB3F-1F2F-44D0-83A2-21E75FA7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3A407-1FC7-49CA-9CA6-1CB69CCC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07AB1-A415-4F06-B62C-C31E3133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26C32-9071-45DE-AC9D-EFEE298F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CD507-9354-4C54-B2C0-03FA2693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A32D9-20DE-4ED9-8683-3263AE6D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90D5A-29C8-494A-85E2-4ABDA758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BD803E-6E80-4880-A1E7-63BB659C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8454C7-FF4B-4114-88EC-10F8442A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AA22AC-71CB-4595-B91B-26BD2FE4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A864C-9807-44DA-8B54-6DEB888E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4FC129-178D-42C4-9626-D1E35D38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CB789B-94C4-432E-AF5E-2298F0D0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1AADF6-4258-431D-8909-6DB55E2A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A704B7-ED5D-4E95-9DC4-B867062E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9EFBFC-3AE3-45C9-8976-D97DDFAD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C81D0C-EC9C-43CB-8A19-1C0E6127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66935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84089-15B7-4FC4-B697-1ECB2B17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E56AF-7FF9-4A3A-B9AD-429D5187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11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1A8A8-CB6C-4B1A-BF03-13DBCC76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E0334-0DFD-4071-8840-CCFFEF1A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209D6-AC00-4F22-98F4-69890F00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FFF8E-7ED9-46E4-A86D-B74C496B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model release record, rollback plan, and alert specification.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0A64E-A335-4670-8314-C42F5143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75174-D798-4794-B4DD-2897A99D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65792-E33A-42A5-A010-DA0BDF65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78AE4-9FD1-4768-AA57-8E2382C5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8863C-6E74-4488-BF32-4BC489A8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F355F-BDD8-4BBA-8975-609CB1FF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4AF43-11D6-42A8-95F6-DBF5BDC4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34333-290A-4664-837B-E34E8E1E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93935-CB7F-4149-9010-4C720F4E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9D3FD-D3EA-450B-9ABC-DB0FABF9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Releasable ML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55D31-8D81-4A66-BFE3-B3B5B56C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Reproducibility 25%, CI 20%, architecture 20%, lineage 20%, operations 15%.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028FB0-C0C6-4158-AB82-39E6BFB0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025F84-F9D3-4E47-A903-6E140AC4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41594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8D88B-BB16-4261-83C8-D68D8F71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0F91C-1BBC-49B8-991E-0CE14AC3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68615-284B-42B9-8CC8-FC38BED7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059AC-28BE-401B-8553-EB357042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56AE2-71F4-4CDA-965D-DF34DEEE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experiment tracking + model registry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A20EB-6AC9-44C1-83E3-AA7A98CE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B3E2F-2F4F-46EB-9A45-A0B6E38B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B4BAD-8C9A-4AB8-B97F-0DDC1C25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Create an experiment lineage and staged release checklist.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C9CBD-016D-4412-82ED-8AAFD1AF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7B405-D65A-4A79-931F-CD8BC9F8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E4CCB-CBDB-414C-9054-041F72F8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model release record, rollback plan, and alert specification.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77986-A9ED-4F24-9955-EF00086B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DCAC3-9E1B-4076-AAEF-5EA3998E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375F2-1B19-44AE-ACC4-F6E998C1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A5F8E-C92B-46A7-96E5-AAF7FCB3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1339236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2026-07-27T08:01:12.3030000Z</dcterms:created>
  <dcterms:modified xsi:type="dcterms:W3CDTF">2026-07-27T08:01:12.3030000Z</dcterms:modified>
</coreProperties>
</file>