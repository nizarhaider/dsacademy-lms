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4eb59fdb44fc8" /><Relationship Type="http://schemas.openxmlformats.org/officeDocument/2006/relationships/extended-properties" Target="/docProps/app.xml" Id="Raee5c47c7e9d4e9a" /><Relationship Type="http://schemas.openxmlformats.org/officeDocument/2006/relationships/officeDocument" Target="/ppt/presentation.xml" Id="Raece14632e2a41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c86efa6d44d3a"/>
  </p:sldMasterIdLst>
  <p:notesMasterIdLst>
    <p:notesMasterId xmlns:r="http://schemas.openxmlformats.org/officeDocument/2006/relationships" r:id="Rd3e445605b684b60"/>
  </p:notesMasterIdLst>
  <p:sldIdLst>
    <p:sldId xmlns:r="http://schemas.openxmlformats.org/officeDocument/2006/relationships" id="256" r:id="Re6c02403739c4b09"/>
    <p:sldId xmlns:r="http://schemas.openxmlformats.org/officeDocument/2006/relationships" id="257" r:id="Rb3f9bc660c4c472f"/>
    <p:sldId xmlns:r="http://schemas.openxmlformats.org/officeDocument/2006/relationships" id="258" r:id="R1fbbd243665646e3"/>
    <p:sldId xmlns:r="http://schemas.openxmlformats.org/officeDocument/2006/relationships" id="259" r:id="R062f9d2293834f0c"/>
    <p:sldId xmlns:r="http://schemas.openxmlformats.org/officeDocument/2006/relationships" id="260" r:id="R2b870e31e9b34cbd"/>
    <p:sldId xmlns:r="http://schemas.openxmlformats.org/officeDocument/2006/relationships" id="261" r:id="R7f653ab67fef4f66"/>
    <p:sldId xmlns:r="http://schemas.openxmlformats.org/officeDocument/2006/relationships" id="262" r:id="Rdd6f87c1f11e4c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90f75b7704724" /><Relationship Type="http://schemas.openxmlformats.org/officeDocument/2006/relationships/slideMaster" Target="/ppt/slideMasters/slideMaster1.xml" Id="Rd21c86efa6d44d3a" /><Relationship Type="http://schemas.openxmlformats.org/officeDocument/2006/relationships/notesMaster" Target="/ppt/notesMasters/notesMaster1.xml" Id="Rd3e445605b684b60" /><Relationship Type="http://schemas.openxmlformats.org/officeDocument/2006/relationships/presProps" Target="/ppt/presProps.xml" Id="R6ec270e59f0246dc" /><Relationship Type="http://schemas.openxmlformats.org/officeDocument/2006/relationships/tableStyles" Target="/ppt/tableStyles.xml" Id="Rb855723153ab44e2" /><Relationship Type="http://schemas.openxmlformats.org/officeDocument/2006/relationships/slide" Target="/ppt/slides/slide1.xml" Id="Re6c02403739c4b09" /><Relationship Type="http://schemas.openxmlformats.org/officeDocument/2006/relationships/slide" Target="/ppt/slides/slide2.xml" Id="Rb3f9bc660c4c472f" /><Relationship Type="http://schemas.openxmlformats.org/officeDocument/2006/relationships/slide" Target="/ppt/slides/slide3.xml" Id="R1fbbd243665646e3" /><Relationship Type="http://schemas.openxmlformats.org/officeDocument/2006/relationships/slide" Target="/ppt/slides/slide4.xml" Id="R062f9d2293834f0c" /><Relationship Type="http://schemas.openxmlformats.org/officeDocument/2006/relationships/slide" Target="/ppt/slides/slide5.xml" Id="R2b870e31e9b34cbd" /><Relationship Type="http://schemas.openxmlformats.org/officeDocument/2006/relationships/slide" Target="/ppt/slides/slide6.xml" Id="R7f653ab67fef4f66" /><Relationship Type="http://schemas.openxmlformats.org/officeDocument/2006/relationships/slide" Target="/ppt/slides/slide7.xml" Id="Rdd6f87c1f11e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522ae37ff40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fd09b20e114bee" /><Relationship Type="http://schemas.openxmlformats.org/officeDocument/2006/relationships/notesMaster" Target="/ppt/notesMasters/notesMaster1.xml" Id="Raad8473eb361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989d3504e4992" /><Relationship Type="http://schemas.openxmlformats.org/officeDocument/2006/relationships/notesMaster" Target="/ppt/notesMasters/notesMaster1.xml" Id="R81b15aeabc70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3556527714f7f" /><Relationship Type="http://schemas.openxmlformats.org/officeDocument/2006/relationships/notesMaster" Target="/ppt/notesMasters/notesMaster1.xml" Id="R9b28b1b86221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fbff4d127446c9" /><Relationship Type="http://schemas.openxmlformats.org/officeDocument/2006/relationships/notesMaster" Target="/ppt/notesMasters/notesMaster1.xml" Id="Rf5a5e687f90242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ff22331f6544e9" /><Relationship Type="http://schemas.openxmlformats.org/officeDocument/2006/relationships/notesMaster" Target="/ppt/notesMasters/notesMaster1.xml" Id="R668c5e0d25c445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99069157de4f0b" /><Relationship Type="http://schemas.openxmlformats.org/officeDocument/2006/relationships/notesMaster" Target="/ppt/notesMasters/notesMaster1.xml" Id="Rbe339fc73e5846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bf0a3317ae4f77" /><Relationship Type="http://schemas.openxmlformats.org/officeDocument/2006/relationships/notesMaster" Target="/ppt/notesMasters/notesMaster1.xml" Id="R1ee2158295e8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container standardizes the runtime, not the whole production system. Secrets stay outside the image, checks run before build, and infrastructure boundaries stay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11, session 1: Containers, Cloud Architecture and CI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Package a minimal repeatable container. Separate runtime configuration from source. Build CI for tests, quality, and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Containers, Cloud Architecture and CI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Docker, configuration, CI and CD, cloud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Containers, Cloud Architecture and CI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Containers, Cloud Architecture and CI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Containers, Cloud Architecture and CI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tested image, architecture diagram, and deployment runbook.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container standardizes the runtime, not the whole production system. Secrets stay outside the image, checks run before build, and infrastructure boundaries stay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Containers, Cloud Architecture and CI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b3455863a44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ac8ea0390e4238" /><Relationship Type="http://schemas.openxmlformats.org/officeDocument/2006/relationships/slideLayout" Target="/ppt/slideLayouts/slideLayout1.xml" Id="R3afcf92cfeb44d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fcf92cfeb44d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dda71fb0345e8" /><Relationship Type="http://schemas.openxmlformats.org/officeDocument/2006/relationships/image" Target="/ppt/media/image.png" Id="Rfbaef94c0dbc4c69" /><Relationship Type="http://schemas.openxmlformats.org/officeDocument/2006/relationships/image" Target="/ppt/media/image2.png" Id="R71809d8c67864cc9" /><Relationship Type="http://schemas.openxmlformats.org/officeDocument/2006/relationships/notesSlide" Target="/ppt/notesSlides/notesSlide1.xml" Id="R398225987c0c4d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4b57da507494a" /><Relationship Type="http://schemas.openxmlformats.org/officeDocument/2006/relationships/notesSlide" Target="/ppt/notesSlides/notesSlide2.xml" Id="Racb294504b8245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678475f6d477d" /><Relationship Type="http://schemas.openxmlformats.org/officeDocument/2006/relationships/notesSlide" Target="/ppt/notesSlides/notesSlide3.xml" Id="R6a3e36af19c042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90cef22d745cb" /><Relationship Type="http://schemas.openxmlformats.org/officeDocument/2006/relationships/notesSlide" Target="/ppt/notesSlides/notesSlide4.xml" Id="R17d5bfe61aec42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e4bd11c8b4667" /><Relationship Type="http://schemas.openxmlformats.org/officeDocument/2006/relationships/notesSlide" Target="/ppt/notesSlides/notesSlide5.xml" Id="Rb397a049ba0147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3e222e554343" /><Relationship Type="http://schemas.openxmlformats.org/officeDocument/2006/relationships/notesSlide" Target="/ppt/notesSlides/notesSlide6.xml" Id="R0649b61ea2924e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bb96129494820" /><Relationship Type="http://schemas.openxmlformats.org/officeDocument/2006/relationships/notesSlide" Target="/ppt/notesSlides/notesSlide7.xml" Id="Rbbbc4e768ca946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28950-259A-4A3E-90C6-1B99499C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5B84E-7EFD-4E7E-8A74-60699865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ef94c0dbc4c69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18303-1DB9-473C-A92A-836CA00C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11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0DD2C-D7D8-4AA9-BE8A-EFE571CB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Containers, Cloud Architecture and 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A637A-5AF5-4995-ADB0-B7AB0480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1D647-0C3A-464F-86B2-578B987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Automate reliable releases and make model behavior observable.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09d8c67864cc9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47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CF0DF-96C3-445E-9C3D-4A17A4A8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5DEED-568A-4B41-ADE7-94F3ABD1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09DD9-DCA5-4036-B4C7-BF12761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2E97D-2A5D-48E9-A1A0-6ADAF9B4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47F99-CB55-4727-A349-5B5118A9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A2BFA-CFE6-47F2-8420-BCDABD7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D0BF8-7310-4F56-816A-7D44538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4402C-3074-4CFF-A1A0-72BE8371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Package a minimal repeatable container.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9528E-5C5A-4A0A-A8F8-EAF9DE42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CC69E-4FE8-49B9-BBF4-D2BAD4B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5B44A-9728-4472-ABB3-F6E32DDF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Separate runtime configuration from source.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2B0F9-9620-44C0-8149-105CBC6F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7566E-9F4C-4900-8506-F8843BE1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3CFAA-514B-41D2-9720-4FF55C30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Build CI for tests, quality, and images.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21994-2552-4550-AACB-2D0EC42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3099B-8711-4C72-ADE1-655E1594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2608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922A5-69FC-420A-B717-C2C3271D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27279-591E-4EBA-A9F0-56E1179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60C09-D50B-4E5C-A0AC-68098B7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7EC4C-1E06-41DE-AD70-EA5BF0E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F8E1B-974C-4B21-98A4-A7FBF095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90D23-4AFE-48EB-BCE7-7D198CAC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D337D-ED57-4A5F-9153-68F11553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98280-F09A-4E5F-BD28-7809B003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482F7-0006-4C29-A918-2F7024D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Docker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197CE-9935-4464-94FC-AA57088F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AFB45-43CA-41F9-8B47-240F1A54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65A29-6F47-41AE-81F5-3D2903A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583CA-DE4B-4C7A-876D-A5B8CB8D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configuration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810F0-A1FF-4E8A-8A97-C17DBAD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5982C-4A6D-4960-93E8-72012272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E0611-0F69-4AF3-9704-E0DFE3E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37BB4-FD94-4E77-9EB3-5E36DEA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CI and CD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1F424-B0D5-41F0-93E4-CA3F779E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F0323-4735-4426-BDE3-9345427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11BF6-0E7D-4FFF-A63A-42E39922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3A334-8F78-4978-958D-D0E0D326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cloud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45B0B-51B1-42F2-A154-0F01595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3FA09-243D-4442-9E83-290EC93B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3354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7CC64-026E-4470-947B-79220B3E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C0C98-E795-40CF-B103-B0723BC4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4F59F-F9C8-4263-AB8B-20F6144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7C05E-7325-4DA4-9A77-C9B68E8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B8AFA-B93A-4DA9-B4D9-5DA2281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ED70E-E5C6-4324-B327-37C98D5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8A962-27D2-4D3B-9FAE-7A179229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8B5F1-CB91-4CFC-BC89-04A2F536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290AD-DF28-4298-A3A3-2790934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115CE-82DE-4836-A703-6A58683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5A9E2-FC0D-4CA5-81DD-6E71CC5D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BC525-1D25-4AA6-A1DA-C127B3C3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DF889-37BA-4A6F-A35E-714CF92A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16D72-4042-4CE8-950D-D8A6D3D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2B07F-0E93-499D-AFF1-485C506D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6F8FB-761B-4600-AE08-DAE0A483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498A8-81CA-41F8-8536-ECA77CF7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CD0DC-45A6-4558-9247-1C0E384C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Containerize the inference service and run its CI workflow.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1E363-74C3-4BF5-A8B4-CAC220D4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233129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D5470-6D89-411F-AD55-E84176C9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0341C-D72E-4773-925D-8A071B3C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7EBCC-60CB-46AE-BF43-EFB9BEEF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CE8DF-DE18-49A8-B122-A4B94B8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31488-B6D8-420C-BAD6-3D8276BF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153D8-91DE-4B94-9F07-812BB9E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1C34B-3F00-43E1-83F3-D264E91E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93E06-CD44-4757-B3B2-D102C27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Containerize the inference service and run its CI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AD580-A0A8-4008-A797-3EA2057E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2E9FE-6197-4808-B331-12506304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754CF-3601-4A53-8E13-CD96BA8B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6D172-0AD5-47C9-88A7-3614DA3A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A52A8-3AD0-4F04-A795-42015158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93162-DC50-415C-BCA2-2614F3A2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430F3-E3B3-445C-BAAD-D4FFACCE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3CCF9-4075-4FDB-9045-34D800C6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67722-2F54-4CF0-B332-ED81EAAF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E4471-83F9-482C-9814-E5C2A4D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2DD24-4652-4B3B-AB5A-EFFC29B0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9BBC9-12D2-4AE3-8B99-412A63F6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5EA8E-121B-49A6-8BF4-72DE90B1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E934D-02D2-4393-AFD2-C60FE122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A3113-D966-4493-B7D4-83E9295D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F9426-C240-4C77-A247-E771670F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5D2DB-1C87-4BBA-A786-FA442EF1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D586C-9A2A-4DAA-84E5-DDA46425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6720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896D5-6A34-45D4-A898-A6339C9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83946-40FF-47F8-8613-AF8E145A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11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59EF5-FD22-429B-96BD-C2E93EA4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B3C64-FFA9-400E-8F03-650A5DFE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97CE5-EB2A-44A3-89D1-0A0F13FA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128A3-0A24-43BD-877E-C687AA5D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tested image, architecture diagram, and deployment runbook.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0FA60-0C6B-4825-9837-2A6C930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D083E-D2F3-41CE-8DB5-50FD1226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BB726-2ECC-4BEA-AC71-5382E48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43F0D-FCA4-495B-8DEC-06AB3D29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2DC7E-BF86-4D47-B0C2-B4E3651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BDB44-5129-4C2F-8CE5-545113AA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E6A4D-733D-4A6A-BAC8-A8F70FA9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12E1E-81A2-4E88-A94E-096C8226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D5F86-5AC3-4A89-91D1-0655CA5D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54E01-03FB-4445-AE8B-E8130318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Releasable ML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C4797-3CC3-4A66-8967-C00C0C7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Reproducibility 25%, CI 20%, architecture 20%, lineage 20%, operations 15%.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82046-0322-47BD-9269-4815379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47C32-CEFA-41DC-9FF4-C1198539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7115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1A0B0-20F6-4F9A-81CA-A816D67F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94430-B94D-4600-948C-23F145C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0765F-CE57-4607-B1A5-299EA03C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E8854-1D10-4697-990A-E50A4B66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E3221-D87C-4E33-B00A-1500B8A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Docker +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6A886-BBBA-4BF1-9522-96A6C907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E08C3-3753-432C-A9C7-35889C9E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99178-ABA6-40C0-9D25-6045783A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Containerize the inference service and run its CI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B57FB-8FDD-4675-835A-5585D532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B9F60-E980-4681-A316-41ED5273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88536-088B-4362-9364-EE142E9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tested image, architecture diagram, and deployment runbook.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CE391-58D9-43B2-8366-3CFEB42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BD117-434F-4BE6-9352-0781F26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1995D-D339-4DF3-A3DC-3C3829F7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7AB85-FE1A-4C7C-B389-B35552C5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092625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2026-07-27T08:01:11.7000000Z</dcterms:created>
  <dcterms:modified xsi:type="dcterms:W3CDTF">2026-07-27T08:01:11.7000000Z</dcterms:modified>
</coreProperties>
</file>