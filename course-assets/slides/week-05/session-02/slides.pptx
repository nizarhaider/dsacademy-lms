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f49bc6521c4a23" /><Relationship Type="http://schemas.openxmlformats.org/officeDocument/2006/relationships/extended-properties" Target="/docProps/app.xml" Id="Rd38eb78ea57a4cbe" /><Relationship Type="http://schemas.openxmlformats.org/officeDocument/2006/relationships/officeDocument" Target="/ppt/presentation.xml" Id="R6fb081ab8ad9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17fb90a87544b2"/>
  </p:sldMasterIdLst>
  <p:notesMasterIdLst>
    <p:notesMasterId xmlns:r="http://schemas.openxmlformats.org/officeDocument/2006/relationships" r:id="Rc37c7a69e9c64151"/>
  </p:notesMasterIdLst>
  <p:sldIdLst>
    <p:sldId xmlns:r="http://schemas.openxmlformats.org/officeDocument/2006/relationships" id="256" r:id="R0f2d3731d6d04bcf"/>
    <p:sldId xmlns:r="http://schemas.openxmlformats.org/officeDocument/2006/relationships" id="257" r:id="R33454a076b1e4116"/>
    <p:sldId xmlns:r="http://schemas.openxmlformats.org/officeDocument/2006/relationships" id="258" r:id="Re4018094ba6248a4"/>
    <p:sldId xmlns:r="http://schemas.openxmlformats.org/officeDocument/2006/relationships" id="259" r:id="Re666159d050b4eab"/>
    <p:sldId xmlns:r="http://schemas.openxmlformats.org/officeDocument/2006/relationships" id="260" r:id="Re33cc383ba7b4096"/>
    <p:sldId xmlns:r="http://schemas.openxmlformats.org/officeDocument/2006/relationships" id="261" r:id="Refbb05d42f6d4f01"/>
    <p:sldId xmlns:r="http://schemas.openxmlformats.org/officeDocument/2006/relationships" id="262" r:id="R8401c18f726348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ae65a226704da6" /><Relationship Type="http://schemas.openxmlformats.org/officeDocument/2006/relationships/slideMaster" Target="/ppt/slideMasters/slideMaster1.xml" Id="R1417fb90a87544b2" /><Relationship Type="http://schemas.openxmlformats.org/officeDocument/2006/relationships/notesMaster" Target="/ppt/notesMasters/notesMaster1.xml" Id="Rc37c7a69e9c64151" /><Relationship Type="http://schemas.openxmlformats.org/officeDocument/2006/relationships/presProps" Target="/ppt/presProps.xml" Id="R025c4e3715f545e7" /><Relationship Type="http://schemas.openxmlformats.org/officeDocument/2006/relationships/tableStyles" Target="/ppt/tableStyles.xml" Id="R62bad21647d648ae" /><Relationship Type="http://schemas.openxmlformats.org/officeDocument/2006/relationships/slide" Target="/ppt/slides/slide1.xml" Id="R0f2d3731d6d04bcf" /><Relationship Type="http://schemas.openxmlformats.org/officeDocument/2006/relationships/slide" Target="/ppt/slides/slide2.xml" Id="R33454a076b1e4116" /><Relationship Type="http://schemas.openxmlformats.org/officeDocument/2006/relationships/slide" Target="/ppt/slides/slide3.xml" Id="Re4018094ba6248a4" /><Relationship Type="http://schemas.openxmlformats.org/officeDocument/2006/relationships/slide" Target="/ppt/slides/slide4.xml" Id="Re666159d050b4eab" /><Relationship Type="http://schemas.openxmlformats.org/officeDocument/2006/relationships/slide" Target="/ppt/slides/slide5.xml" Id="Re33cc383ba7b4096" /><Relationship Type="http://schemas.openxmlformats.org/officeDocument/2006/relationships/slide" Target="/ppt/slides/slide6.xml" Id="Refbb05d42f6d4f01" /><Relationship Type="http://schemas.openxmlformats.org/officeDocument/2006/relationships/slide" Target="/ppt/slides/slide7.xml" Id="R8401c18f726348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a14dd04b0e4e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b2a71419c4a2b" /><Relationship Type="http://schemas.openxmlformats.org/officeDocument/2006/relationships/notesMaster" Target="/ppt/notesMasters/notesMaster1.xml" Id="Rad441fe3b44f4d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caa4abe1ff4d44" /><Relationship Type="http://schemas.openxmlformats.org/officeDocument/2006/relationships/notesMaster" Target="/ppt/notesMasters/notesMaster1.xml" Id="Rcd11867a4ce548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11b5af586f4725" /><Relationship Type="http://schemas.openxmlformats.org/officeDocument/2006/relationships/notesMaster" Target="/ppt/notesMasters/notesMaster1.xml" Id="R0195d32e18324b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45f51aa8bd493c" /><Relationship Type="http://schemas.openxmlformats.org/officeDocument/2006/relationships/notesMaster" Target="/ppt/notesMasters/notesMaster1.xml" Id="R5268e750432740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69036c72794fb9" /><Relationship Type="http://schemas.openxmlformats.org/officeDocument/2006/relationships/notesMaster" Target="/ppt/notesMasters/notesMaster1.xml" Id="R73f595f544d844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b9b501e0fb47de" /><Relationship Type="http://schemas.openxmlformats.org/officeDocument/2006/relationships/notesMaster" Target="/ppt/notesMasters/notesMaster1.xml" Id="Rbfc0b0b6e97a44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591a31072147e2" /><Relationship Type="http://schemas.openxmlformats.org/officeDocument/2006/relationships/notesMaster" Target="/ppt/notesMasters/notesMaster1.xml" Id="Rbf307cacb024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Flexible models capture nonlinear structure but can fit noise. We choose complexity with validation evidence and inspect where each model earns its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5, session 2: Regularized and Nonlinear Regression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Explain the bias-variance tradeoff. Use regularization to stabilize coefficients. Compare tree regressors with linear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Regularized and Nonlinear Regression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regularization, bias and variance, trees, cross-validation.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Regularized and Nonlinear Regression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Regularized and Nonlinear Regression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Regularized and Nonlinear Regression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model comparison table and justified selection.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Flexible models capture nonlinear structure but can fit noise. We choose complexity with validation evidence and inspect where each model earns its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Regularized and Nonlinear Regression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4c7a0024a49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68a1882134e82" /><Relationship Type="http://schemas.openxmlformats.org/officeDocument/2006/relationships/slideLayout" Target="/ppt/slideLayouts/slideLayout1.xml" Id="Rd70a9beaafe047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0a9beaafe047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08b13f72d42d4" /><Relationship Type="http://schemas.openxmlformats.org/officeDocument/2006/relationships/image" Target="/ppt/media/image.png" Id="Rdee7401be26e4e78" /><Relationship Type="http://schemas.openxmlformats.org/officeDocument/2006/relationships/image" Target="/ppt/media/image2.png" Id="Rfa058af5a0234133" /><Relationship Type="http://schemas.openxmlformats.org/officeDocument/2006/relationships/notesSlide" Target="/ppt/notesSlides/notesSlide1.xml" Id="Ra893bad472344f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4b0ea6c744cad" /><Relationship Type="http://schemas.openxmlformats.org/officeDocument/2006/relationships/notesSlide" Target="/ppt/notesSlides/notesSlide2.xml" Id="Rb3ac633c67bf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53e23c914c3a" /><Relationship Type="http://schemas.openxmlformats.org/officeDocument/2006/relationships/notesSlide" Target="/ppt/notesSlides/notesSlide3.xml" Id="R26ddee7b9afd48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e1fb68d3a49b4" /><Relationship Type="http://schemas.openxmlformats.org/officeDocument/2006/relationships/notesSlide" Target="/ppt/notesSlides/notesSlide4.xml" Id="R531a5ede102c41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54d0815db43c3" /><Relationship Type="http://schemas.openxmlformats.org/officeDocument/2006/relationships/notesSlide" Target="/ppt/notesSlides/notesSlide5.xml" Id="R0f267e335d9742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aaadccd924717" /><Relationship Type="http://schemas.openxmlformats.org/officeDocument/2006/relationships/notesSlide" Target="/ppt/notesSlides/notesSlide6.xml" Id="R33392877332044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1f6c10ac84499" /><Relationship Type="http://schemas.openxmlformats.org/officeDocument/2006/relationships/notesSlide" Target="/ppt/notesSlides/notesSlide7.xml" Id="R9393d8a3224a49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BC64A-7BD1-4A4C-A962-7393FF25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53493-78D5-4771-A3FF-ABE713B9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7401be26e4e78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53741-818F-4CBC-8783-16AB294E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05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8CAC9-BAAA-4DC0-9371-7E266FA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Regularized and Nonlinear Regression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D984E-5779-4D74-B939-F4F428AD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212ED-61D8-4024-88D0-4F32F5B2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Estimate continuous outcomes with interpretable baselines and robust evaluation.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58af5a0234133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56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A794F-3D52-42B3-8FDC-C3BE1EDD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7AB78-0EAC-4568-8106-9D8B388C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05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50A7D-E533-4876-A173-A28C25E1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FD879-CA9F-4FF4-923D-40B5C0B6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85FFF-93F0-42CF-945A-4E3E9EEC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9B58F-4404-486F-812E-8D14F6E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39296-59EA-4BE1-A150-FD03A658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5923F-EF5E-45D4-A747-830312FB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Explain the bias-variance tradeoff.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FEC9F-9B56-4CBE-8B70-33F884F9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88D26-2284-49F5-8D69-E0DE4BA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3123F-7178-4F99-8A9D-2297B9BC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Use regularization to stabilize coefficients.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786D-BFCE-454C-8390-3E2EEBF5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8D138-66B7-41BC-9990-EF927344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8615A-211F-440B-AC9D-6FEF0DEE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Compare tree regressors with linear models.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17AC5-B0B0-4DC8-8378-A152B48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78F59-DF16-4C99-8D8A-EE3AC43C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89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349DB-349A-4269-A846-0F10332C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5890-3286-487D-AA31-B4B05E40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05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AD57A-23FB-4DF0-88C6-A52C49E6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EAB17-F7D7-4968-9A8F-BBB6237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C973F-ECC8-42FC-9C3F-008A890D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1F8FE-1A6B-4958-B29C-7BFCB4C9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742AA-21E8-428A-86F4-6FBB679A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A45CE-8DB1-4350-8AF0-D31E61B3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D443B-1545-477E-BB60-8385B58F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regularization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A8417-B748-4B8E-B2A8-78CDC81D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D5EEC-FEE0-422A-9668-56F8120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A4CF3-DC51-4346-A514-69BE2E3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D93DB-06E8-4C22-B8FB-ECB1243B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bias and variance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BDE3B-CB18-4AD1-888B-A3DD2E5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CFE3C-E642-45F8-AF83-AC85D41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9F912-3D2E-48C9-8DC6-618ACA48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15285-58F9-44B0-9AB6-2980C37D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trees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6BFD1-F504-4378-9C18-91AEF678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05950-E05B-482A-900A-9F36DB9E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464F9-39BE-4279-B8EB-7BB453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7D8AF-09D5-4CD2-9BD9-CA1993D1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cross-validation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008E0-AFDD-4CA2-B145-85DFCB3C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31B80-3837-4A11-A905-998C1893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7197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3DAE4-4FA9-410A-ADA5-95DEA873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7CC70-B847-4CE6-9D48-D69F28EF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397B1-480E-4F36-9FF9-86279DE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86DF5-51AF-4655-9549-0F354E78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E5293-4ED6-457A-BD2A-46821105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D09A8-BF44-48E3-A06C-7B74FDA8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DFC27-7081-4534-8E57-24A335AA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7567D-28A5-4498-A2D6-00AA519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A1C6E-9E67-4F45-BE1B-EC527F21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30BFF-91FC-4DF4-83CA-7898F108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7A847-2CEB-4FDC-8F47-76BDBD65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8860C-247B-4A3A-BB04-3C90888D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1B79E-15DA-4D79-9E65-6C893E4D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2319A-248D-4CC9-A9E2-606DD556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6A18A-779C-4981-8394-3F948BE3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32E0D-2573-47F2-935C-53D05BFE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BCB75-313E-4882-B3D4-2A6BD37C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51384-83DB-4989-A8E6-CE426FD1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Compare ridge, lasso, and gradient boosting on house prices.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70361-73BB-48EA-AF24-5AFCE595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381301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7BF10-906A-41D0-9DA1-18C6FCC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1A23E-BE62-4CCE-B5F5-A7E1C487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05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7A412-CFA0-40DB-88E2-A8085389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FF517-B26F-4BFD-BF50-48490D0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5E8D3-8CBA-4386-8D0E-ABC12FA1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00837-DB2B-4FFC-94D3-B9B55F52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9DBAA-B1DE-41A1-8329-255CFA20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67431-5766-4A00-A9EE-FF676D22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Compare ridge, lasso, and gradient boosting on house prices.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EE060-BC8C-49E4-86CC-5CEE1F97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EBCDF-2C67-4F12-A10A-9E57CD91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9228D-96A7-4C48-A211-BB1AB1C5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362F0-9E88-4B9A-8D69-443D119E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D1B05-3F37-472D-AB13-20F6988D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0C81B-5EDE-4204-AF89-F6476A33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D505B-8DA2-4E8C-B58B-922B2A90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B165E-182F-42B9-81EC-CC07CB8E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8C6F4-39AA-4DBE-8CA5-F149C2EE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19A37-DE7F-4CF0-A6BA-C00526AE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46996-4F4D-4470-9E21-656A921D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EF16D-712F-4128-B3CD-EAB1D5C7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7FF2C-5BC9-4798-954C-259A2C8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62455-BD64-4DAF-9CC7-8CA1E095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FE64F-E9C8-4A59-8CDF-1B905ECB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B7759-479F-4CBF-9669-099DEFD8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60B62-F27B-4C80-BD13-2C969B7D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5A240-CA10-4AAC-BEC1-F16B9134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3021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D1C93-B2BA-40DE-928D-7FE6D33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1DFF2-4D49-431E-985D-1E7A552E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05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038E1-AC60-401A-B69A-C08ADF02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6297E-0660-4F52-96C7-E77894BA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CE969-E0A4-49AB-8170-BCD471DC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219AA-358E-4BC4-AB21-A1FE693E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model comparison table and justified selection.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D004B-3350-45D8-B0EE-15EDCF8A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BEEFB-9CB7-4A97-9623-29737E0A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5A9A0-A2D7-4145-AA20-6F608298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AE2BE-4E92-44B5-B875-F62F5AC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460DF-82ED-4700-A3C2-65E0DB38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A93F7-0B08-41BE-AD57-8AD31B68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F1699-9D88-4F86-8CFC-77613AA8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35E6A-46D0-41F3-AD00-CCD027A1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C512E-8753-4974-95E8-5D210C14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A252F-64F7-4F79-B382-58446BB7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Regression Model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D23B2-8FE6-4552-AD82-BEE451E6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Evaluation 30%, diagnostics 25%, model choice 20%, reproducibility 15%, communication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0E4E8-B1B3-406A-A079-CF54A19C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16429-3F69-4CB7-AEAA-A3019FEE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1530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64934-E252-4AE3-921A-71F75198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0005B-7DAE-4BD4-8ED7-DBF265F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F39E0-2F1F-4161-B030-B810297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A2F6F-8A6D-4401-A1C9-C733EBB7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97CF7-5752-438D-8F3C-CC513F47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regularization + bias and variance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A754B-8D24-43F6-92F3-0E56D06A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1F7EC-A21D-4A74-BE41-A5066EFE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6CFE5-DAB9-40DA-862E-D9409B6A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Compare ridge, lasso, and gradient boosting on house prices.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82926-FCA7-434B-A375-144B09FF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B5C92-D334-4104-9B07-67F4C8A0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19F16-765F-4142-B15A-8DDB642D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model comparison table and justified selection.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C9DA3-FD5A-41D9-BD70-FEA5F124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09B74-0E8B-4E71-8C5F-065395CE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717B7-1C5A-49FE-9B9A-A77659EE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1BC48-C9BA-4024-BD6F-52FBD3AF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515452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2026-07-27T08:01:05.0650000Z</dcterms:created>
  <dcterms:modified xsi:type="dcterms:W3CDTF">2026-07-27T08:01:05.0650000Z</dcterms:modified>
</coreProperties>
</file>