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9713592f648a5" /><Relationship Type="http://schemas.openxmlformats.org/officeDocument/2006/relationships/extended-properties" Target="/docProps/app.xml" Id="R86bd171cb95442a2" /><Relationship Type="http://schemas.openxmlformats.org/officeDocument/2006/relationships/officeDocument" Target="/ppt/presentation.xml" Id="R86f81694ddaf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287f840d04ec9"/>
  </p:sldMasterIdLst>
  <p:notesMasterIdLst>
    <p:notesMasterId xmlns:r="http://schemas.openxmlformats.org/officeDocument/2006/relationships" r:id="Rf78aa5ebbf444bec"/>
  </p:notesMasterIdLst>
  <p:sldIdLst>
    <p:sldId xmlns:r="http://schemas.openxmlformats.org/officeDocument/2006/relationships" id="256" r:id="Re58a4a0d5dde490c"/>
    <p:sldId xmlns:r="http://schemas.openxmlformats.org/officeDocument/2006/relationships" id="257" r:id="R32fb1d1260904e5d"/>
    <p:sldId xmlns:r="http://schemas.openxmlformats.org/officeDocument/2006/relationships" id="258" r:id="R0bdbae7149374f91"/>
    <p:sldId xmlns:r="http://schemas.openxmlformats.org/officeDocument/2006/relationships" id="259" r:id="R43326a588c42471b"/>
    <p:sldId xmlns:r="http://schemas.openxmlformats.org/officeDocument/2006/relationships" id="260" r:id="R51d0ae6bfe5d454d"/>
    <p:sldId xmlns:r="http://schemas.openxmlformats.org/officeDocument/2006/relationships" id="261" r:id="Rf824b4caa46d4725"/>
    <p:sldId xmlns:r="http://schemas.openxmlformats.org/officeDocument/2006/relationships" id="262" r:id="R7f9d781c4e51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ccd56e2794448" /><Relationship Type="http://schemas.openxmlformats.org/officeDocument/2006/relationships/slideMaster" Target="/ppt/slideMasters/slideMaster1.xml" Id="R596287f840d04ec9" /><Relationship Type="http://schemas.openxmlformats.org/officeDocument/2006/relationships/notesMaster" Target="/ppt/notesMasters/notesMaster1.xml" Id="Rf78aa5ebbf444bec" /><Relationship Type="http://schemas.openxmlformats.org/officeDocument/2006/relationships/presProps" Target="/ppt/presProps.xml" Id="R8b543bc336a24a85" /><Relationship Type="http://schemas.openxmlformats.org/officeDocument/2006/relationships/tableStyles" Target="/ppt/tableStyles.xml" Id="R24f2e4224d134142" /><Relationship Type="http://schemas.openxmlformats.org/officeDocument/2006/relationships/slide" Target="/ppt/slides/slide1.xml" Id="Re58a4a0d5dde490c" /><Relationship Type="http://schemas.openxmlformats.org/officeDocument/2006/relationships/slide" Target="/ppt/slides/slide2.xml" Id="R32fb1d1260904e5d" /><Relationship Type="http://schemas.openxmlformats.org/officeDocument/2006/relationships/slide" Target="/ppt/slides/slide3.xml" Id="R0bdbae7149374f91" /><Relationship Type="http://schemas.openxmlformats.org/officeDocument/2006/relationships/slide" Target="/ppt/slides/slide4.xml" Id="R43326a588c42471b" /><Relationship Type="http://schemas.openxmlformats.org/officeDocument/2006/relationships/slide" Target="/ppt/slides/slide5.xml" Id="R51d0ae6bfe5d454d" /><Relationship Type="http://schemas.openxmlformats.org/officeDocument/2006/relationships/slide" Target="/ppt/slides/slide6.xml" Id="Rf824b4caa46d4725" /><Relationship Type="http://schemas.openxmlformats.org/officeDocument/2006/relationships/slide" Target="/ppt/slides/slide7.xml" Id="R7f9d781c4e51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5c3e72491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e85b5a16f040f8" /><Relationship Type="http://schemas.openxmlformats.org/officeDocument/2006/relationships/notesMaster" Target="/ppt/notesMasters/notesMaster1.xml" Id="Rb129e234df9d40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b661bf712400c" /><Relationship Type="http://schemas.openxmlformats.org/officeDocument/2006/relationships/notesMaster" Target="/ppt/notesMasters/notesMaster1.xml" Id="R3ce5188ff351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3498df50b44d8" /><Relationship Type="http://schemas.openxmlformats.org/officeDocument/2006/relationships/notesMaster" Target="/ppt/notesMasters/notesMaster1.xml" Id="Rbe480b946d12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a5fc7bcd54e8f" /><Relationship Type="http://schemas.openxmlformats.org/officeDocument/2006/relationships/notesMaster" Target="/ppt/notesMasters/notesMaster1.xml" Id="Rf878c221f1eb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54986267814276" /><Relationship Type="http://schemas.openxmlformats.org/officeDocument/2006/relationships/notesMaster" Target="/ppt/notesMasters/notesMaster1.xml" Id="R58174e207be2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a6377b0b204212" /><Relationship Type="http://schemas.openxmlformats.org/officeDocument/2006/relationships/notesMaster" Target="/ppt/notesMasters/notesMaster1.xml" Id="Rf9f6d78e1d0840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254c27cd44224" /><Relationship Type="http://schemas.openxmlformats.org/officeDocument/2006/relationships/notesMaster" Target="/ppt/notesMasters/notesMaster1.xml" Id="R8d7417dd6110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LLM generates likely continuations; it does not query truth by default. We make instructions, context, and schemas explicit, then evaluate normal and adversarial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9, session 1: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Explain tokens, context, sampling, and limitations. Design structured prompts with testable outputs. Evaluate representative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tokens, context windows, prompt contracts,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prompt specification, test cases, and failure analysis.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LLM generates likely continuations; it does not query truth by default. We make instructions, context, and schemas explicit, then evaluate normal and adversarial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LLM Foundations and Prompt 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a1a6d19df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158f2da854f5a" /><Relationship Type="http://schemas.openxmlformats.org/officeDocument/2006/relationships/slideLayout" Target="/ppt/slideLayouts/slideLayout1.xml" Id="Rea4c07651b14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c07651b14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e133ae8c141f4" /><Relationship Type="http://schemas.openxmlformats.org/officeDocument/2006/relationships/image" Target="/ppt/media/image.png" Id="Ra9b39d827ab84a12" /><Relationship Type="http://schemas.openxmlformats.org/officeDocument/2006/relationships/image" Target="/ppt/media/image2.png" Id="R79c9f0e0491c42bb" /><Relationship Type="http://schemas.openxmlformats.org/officeDocument/2006/relationships/notesSlide" Target="/ppt/notesSlides/notesSlide1.xml" Id="R4e097fc3319d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92162a0584a63" /><Relationship Type="http://schemas.openxmlformats.org/officeDocument/2006/relationships/notesSlide" Target="/ppt/notesSlides/notesSlide2.xml" Id="R8103687d6822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418790f854e3d" /><Relationship Type="http://schemas.openxmlformats.org/officeDocument/2006/relationships/notesSlide" Target="/ppt/notesSlides/notesSlide3.xml" Id="R59e7e488ad65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adfbbc1e645ad" /><Relationship Type="http://schemas.openxmlformats.org/officeDocument/2006/relationships/notesSlide" Target="/ppt/notesSlides/notesSlide4.xml" Id="Rda2c2b62fb3e43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3f034214f4764" /><Relationship Type="http://schemas.openxmlformats.org/officeDocument/2006/relationships/notesSlide" Target="/ppt/notesSlides/notesSlide5.xml" Id="R449a4c9c3590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8912e9c774982" /><Relationship Type="http://schemas.openxmlformats.org/officeDocument/2006/relationships/notesSlide" Target="/ppt/notesSlides/notesSlide6.xml" Id="R131afe9e3a5249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6c67d464143da" /><Relationship Type="http://schemas.openxmlformats.org/officeDocument/2006/relationships/notesSlide" Target="/ppt/notesSlides/notesSlide7.xml" Id="Rc5b9cb2140dc4a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9F1BA-2BCD-404B-B3A7-686E56F3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B3BF-1207-438B-9F13-DB64746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39d827ab84a12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D13E4-206E-4529-A289-F5E2E7A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09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D1E2C-512F-43B4-BD9A-92AFE7A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LLM Foundations and Prompt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862A3-34F8-4E9B-B6F3-A058690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FFD39-F30F-444F-A264-452DE9A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Build grounded LLM experiences with measurable quality and safeguards.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9f0e0491c42bb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92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1C189-AE12-479C-9448-E6901F9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C87F1-9479-4AA1-AEBC-AB464FD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EE24-DA81-47F6-93BF-F812D50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8EFFB-27DF-4350-9579-4951F88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5AF62-50F7-4DE8-A417-278A59A4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BD6B0-95CF-43C2-9C6E-A80AA98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52852-0306-412E-A873-2D66B67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C03A-242B-4A59-8602-940A858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Explain tokens, context, sampling, and limitations.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5C142-E327-4E1C-B81B-BAF07848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23A5F-BDEC-42DC-B3C6-C6D6DD7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856C8-635D-4F52-BCE4-AA6B85D3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Design structured prompts with testable outputs.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4947F-2571-449D-A4FE-B285A1C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57EB2-9B0A-4DA0-9F64-4EAADEE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830FF-7B1A-4A89-9043-4E6403F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Evaluate representative cases.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33DC1-C67D-4179-A95C-647CB9D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DC701-7C7C-4E48-A2AE-692B5AE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9659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E34A0-EDB3-4885-B08A-5B8F694A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C70DE-57C5-4533-81E9-734D55D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81C33-33C0-4A85-8DA7-A596838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C4786-6521-488C-B72F-BD9F95E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E65D-E951-4B30-B579-E6BABC86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ED680-CAA4-4938-94E3-DDCB432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5405A-3390-4F1F-B354-3567096B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F8675-59CC-40F0-9723-E54E277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43690-6359-49A0-8845-5A82F360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CA403-31DE-4281-A492-04B36A8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8D57B-9C03-4DF2-BE73-8185036E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FB100-5F37-411F-8C9C-D4BADB5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DF1EE-37FA-4923-83C8-70684852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context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6BCB3-3D24-45F5-B234-F243790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6D5A8-C429-4635-98D7-9DD9C51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2D98C-9FCE-486E-8D51-336BF3F7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4A4A9-EBED-4F07-A12A-E3B5982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prompt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CBCAA-AF4E-4B71-B16E-B36C4BB4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8E629-D162-4945-B4D2-06F1709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B8650-3B5D-43EB-A00F-F929089D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086AE-AFEC-47DF-8591-959406E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6839A-5D44-40D6-B907-71170DE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64589-A48B-4DE6-A870-6383C61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0185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2DD74-7ADC-41B6-BEAC-BE6BE23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29DEF-9CB1-4CC4-90FA-209D2E0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BF0DB-4F75-4D36-9C06-E556E8B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53C62-EA6D-4149-85B2-60EC906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6F98A-6805-4FC5-A864-2082C120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D8DEA-33E8-4E07-B381-1228EEB2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D599-02E7-46F7-A3FE-67C7D8D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69B8C-2FE4-433D-B59B-353766A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C4108-CA1F-4DB9-9D0B-AF6735D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CF585-427F-49DF-B030-2D07985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2FD7C-8D6B-47E4-984C-060EBB3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E8A6B-1C1D-48DA-8CF8-BEC9BAE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EB27C-E0A9-49AD-B386-9B4CA783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7A9C2-0C19-4749-A473-6AB2DDD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E2641-3A3C-44A8-9C89-96A686EC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CDB6E-7585-422D-AE59-DF272B6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C9760-2222-4E88-8A05-AB6DDA8E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EEEA4-7B05-40EC-9C31-1712FEB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Create a structured data-quality assistant with an evaluation 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248DF-1617-4E8A-9E7B-839AEEB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204282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720B0-F181-4C51-B7C3-7F3E7849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FCBE4-86A5-4E9E-B037-25318E32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B6569-D41D-4BF8-AEFE-8649AAF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CB54E-B742-48FE-BA6A-D375F28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32E61-3CCE-4147-AB90-0B6D4C9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1C7EA-91E5-4811-8DDE-E9AE3DC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FAC01-4336-4C44-859F-F445A3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3B1C8-50EF-4237-85B1-72D8878A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Create a structured data-quality assistant with an evaluation 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335C3-F538-4B17-97A6-09BEA6C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DA75B-2BDC-4004-8B8A-D219339E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75AE6-E05B-4B54-93FA-578853D5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3936F-1DCB-4DC6-8AB7-87B1250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87B1B-6936-4D27-91A7-9D183B8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B192A-8671-44F1-841C-E2C1564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408FC-9267-4125-9A65-22B4F59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D0E1A-8A3C-4481-9732-2FAEF13A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CE6E6-904B-4633-939C-7C610CAB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E8569-57EC-432B-9302-5DAD2D4B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72613-D05E-46F3-BCBB-EE1920C4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11B96-C095-432B-A3D9-27DB7A42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A8F8A-C24C-445C-8113-0B6F171D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B9E98-93E7-4F53-9B38-C7B5C9DE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AFECB-ECCF-4188-AF41-2E1AA38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959E-72E8-4468-B27E-9E4E775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71690-2DBD-4829-AA25-BC7E193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5595D-FBA0-4B8D-97DC-6DAA349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8882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3F8F6-8350-49A9-A185-A006AA99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F067A-5B12-45E4-B25F-A0EAEB6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0F435-F071-47FC-84A5-E080FE5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A8FFD-2E9F-48B7-A209-F2AEA925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F2E19-948D-499A-97FD-A177C5A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D33A3-E774-409A-9AB7-CE2BFFB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prompt specification, test cases, and failure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77455-2ECF-4009-B448-2B94873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2B3DC-244D-401C-A0FD-0804E35A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41ECE-797D-40CD-8EB2-FAA4F9F7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92F74-7109-41B9-8838-A77538A8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A22AC-47F2-4B39-AF14-3D56035E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69A1B-FC28-4B92-89B8-AB990CC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0FD5D-1A88-41BE-B6CD-0E2DCA82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A3F6B-63B5-4D0D-A222-6ACAD0AB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24421-06D2-4081-A838-577EE2D1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F23F2-F3A5-4190-9BB6-E27801D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Grounded Knowledge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790C1-A649-4478-AE6D-950D167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Retrieval 25%, grounding 25%, evaluation 20%, safeguards 20%,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6E59F-1E24-46F4-8BE7-CD7170EA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A04F5-5109-4FF6-827C-3C1F47C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0135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2016D-C2C1-4A64-91D6-9C31DAB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0E539-0E2C-4865-8E7A-6BD2A7F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CF40E-20AB-4EBA-9E6E-20EF9BB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9C950-8C84-43CA-AAEB-F660780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04FF4-AF33-4065-85DF-21DC771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tokens + context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F28C7-CA82-4F01-9C39-79516E4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2FD1A-D1F7-4BE2-8CAB-BFD234D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8AD93-B143-45DC-93B4-CF214F3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Create a structured data-quality assistant with an evaluation 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22F50-1FCB-4985-819A-FBE75CC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F5D0F-7FD9-47D3-8DE3-688AD0E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17346-9691-457D-AF8C-946A504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prompt specification, test cases, and failure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7C139-9871-45FE-90AF-43559A9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79EFE-56E6-4551-BDD0-48C4A66C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53859-59E0-46AD-8C78-5A68BE1D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A9F3D-507E-46CF-8CB5-8E542BC0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2143831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2026-07-27T08:01:09.3160000Z</dcterms:created>
  <dcterms:modified xsi:type="dcterms:W3CDTF">2026-07-27T08:01:09.3160000Z</dcterms:modified>
</coreProperties>
</file>