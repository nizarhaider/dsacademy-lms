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2234c5f6ce4380" /><Relationship Type="http://schemas.openxmlformats.org/officeDocument/2006/relationships/extended-properties" Target="/docProps/app.xml" Id="Rd6262cf439af40a1" /><Relationship Type="http://schemas.openxmlformats.org/officeDocument/2006/relationships/officeDocument" Target="/ppt/presentation.xml" Id="Rb3792cab33b24e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c08e8610484e3b"/>
  </p:sldMasterIdLst>
  <p:notesMasterIdLst>
    <p:notesMasterId xmlns:r="http://schemas.openxmlformats.org/officeDocument/2006/relationships" r:id="R71ceeb0e2bc74639"/>
  </p:notesMasterIdLst>
  <p:sldIdLst>
    <p:sldId xmlns:r="http://schemas.openxmlformats.org/officeDocument/2006/relationships" id="256" r:id="R2a906d7f67774267"/>
    <p:sldId xmlns:r="http://schemas.openxmlformats.org/officeDocument/2006/relationships" id="257" r:id="Ra8c246c3b43f4638"/>
    <p:sldId xmlns:r="http://schemas.openxmlformats.org/officeDocument/2006/relationships" id="258" r:id="Rc422959c75564b05"/>
    <p:sldId xmlns:r="http://schemas.openxmlformats.org/officeDocument/2006/relationships" id="259" r:id="R99ca27211b884c63"/>
    <p:sldId xmlns:r="http://schemas.openxmlformats.org/officeDocument/2006/relationships" id="260" r:id="Rad0072d39eaa4ff0"/>
    <p:sldId xmlns:r="http://schemas.openxmlformats.org/officeDocument/2006/relationships" id="261" r:id="Rb0134794ef164131"/>
    <p:sldId xmlns:r="http://schemas.openxmlformats.org/officeDocument/2006/relationships" id="262" r:id="R085bcc0287ba4c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876ee1780540c4" /><Relationship Type="http://schemas.openxmlformats.org/officeDocument/2006/relationships/slideMaster" Target="/ppt/slideMasters/slideMaster1.xml" Id="Rf7c08e8610484e3b" /><Relationship Type="http://schemas.openxmlformats.org/officeDocument/2006/relationships/notesMaster" Target="/ppt/notesMasters/notesMaster1.xml" Id="R71ceeb0e2bc74639" /><Relationship Type="http://schemas.openxmlformats.org/officeDocument/2006/relationships/presProps" Target="/ppt/presProps.xml" Id="Ra2b1bae13c2f48c5" /><Relationship Type="http://schemas.openxmlformats.org/officeDocument/2006/relationships/tableStyles" Target="/ppt/tableStyles.xml" Id="R11ce110a0aa847ce" /><Relationship Type="http://schemas.openxmlformats.org/officeDocument/2006/relationships/slide" Target="/ppt/slides/slide1.xml" Id="R2a906d7f67774267" /><Relationship Type="http://schemas.openxmlformats.org/officeDocument/2006/relationships/slide" Target="/ppt/slides/slide2.xml" Id="Ra8c246c3b43f4638" /><Relationship Type="http://schemas.openxmlformats.org/officeDocument/2006/relationships/slide" Target="/ppt/slides/slide3.xml" Id="Rc422959c75564b05" /><Relationship Type="http://schemas.openxmlformats.org/officeDocument/2006/relationships/slide" Target="/ppt/slides/slide4.xml" Id="R99ca27211b884c63" /><Relationship Type="http://schemas.openxmlformats.org/officeDocument/2006/relationships/slide" Target="/ppt/slides/slide5.xml" Id="Rad0072d39eaa4ff0" /><Relationship Type="http://schemas.openxmlformats.org/officeDocument/2006/relationships/slide" Target="/ppt/slides/slide6.xml" Id="Rb0134794ef164131" /><Relationship Type="http://schemas.openxmlformats.org/officeDocument/2006/relationships/slide" Target="/ppt/slides/slide7.xml" Id="R085bcc0287ba4c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7430f9d73e41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e6be499fe4868" /><Relationship Type="http://schemas.openxmlformats.org/officeDocument/2006/relationships/notesMaster" Target="/ppt/notesMasters/notesMaster1.xml" Id="Ra609e08137d74f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e59f1242f84dad" /><Relationship Type="http://schemas.openxmlformats.org/officeDocument/2006/relationships/notesMaster" Target="/ppt/notesMasters/notesMaster1.xml" Id="Rbd7fd91f98bf4f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2701696a29443a" /><Relationship Type="http://schemas.openxmlformats.org/officeDocument/2006/relationships/notesMaster" Target="/ppt/notesMasters/notesMaster1.xml" Id="R9854c4cc79d440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9a180442cd4529" /><Relationship Type="http://schemas.openxmlformats.org/officeDocument/2006/relationships/notesMaster" Target="/ppt/notesMasters/notesMaster1.xml" Id="Rac0e107c8b5a48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57425800f0452e" /><Relationship Type="http://schemas.openxmlformats.org/officeDocument/2006/relationships/notesMaster" Target="/ppt/notesMasters/notesMaster1.xml" Id="R54d7f7f35fa64e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949b97743e4d97" /><Relationship Type="http://schemas.openxmlformats.org/officeDocument/2006/relationships/notesMaster" Target="/ppt/notesMasters/notesMaster1.xml" Id="Rdea8ad8e458e4a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56d5b72cc84cea" /><Relationship Type="http://schemas.openxmlformats.org/officeDocument/2006/relationships/notesMaster" Target="/ppt/notesMasters/notesMaster1.xml" Id="Rb5348597831c45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production candidate includes preprocessing, configuration, schema, metrics, and limitations. We package those parts as one traceable release.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8, session 1: End-to-End Classification Workflow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Connect validation, preprocessing, training, and evaluation. Capture metadata and a repeatable training command. Define an inference schema.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End-to-End Classification Workflow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training workflow, artifacts, schemas, model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End-to-End Classification Workflow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End-to-End Classification Workflow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End-to-End Classification Workflow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versioned model artifact, schema, and model card.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production candidate includes preprocessing, configuration, schema, metrics, and limitations. We package those parts as one traceable release.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End-to-End Classification Workflow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e6a95df384a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8c6cab47be4137" /><Relationship Type="http://schemas.openxmlformats.org/officeDocument/2006/relationships/slideLayout" Target="/ppt/slideLayouts/slideLayout1.xml" Id="R62f163b8f17845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f163b8f17845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73ad48bb54767" /><Relationship Type="http://schemas.openxmlformats.org/officeDocument/2006/relationships/image" Target="/ppt/media/image.png" Id="R9b8f88bd57664248" /><Relationship Type="http://schemas.openxmlformats.org/officeDocument/2006/relationships/image" Target="/ppt/media/image2.png" Id="R664d38110bc74ee4" /><Relationship Type="http://schemas.openxmlformats.org/officeDocument/2006/relationships/notesSlide" Target="/ppt/notesSlides/notesSlide1.xml" Id="R0e5519a1e60743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ae6be98064fd4" /><Relationship Type="http://schemas.openxmlformats.org/officeDocument/2006/relationships/notesSlide" Target="/ppt/notesSlides/notesSlide2.xml" Id="R134aa32bd1b74d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257df9c9d4f7b" /><Relationship Type="http://schemas.openxmlformats.org/officeDocument/2006/relationships/notesSlide" Target="/ppt/notesSlides/notesSlide3.xml" Id="R6136666812f745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d4c7b465b4a4f" /><Relationship Type="http://schemas.openxmlformats.org/officeDocument/2006/relationships/notesSlide" Target="/ppt/notesSlides/notesSlide4.xml" Id="R3be49b40598244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6a536abfa4c59" /><Relationship Type="http://schemas.openxmlformats.org/officeDocument/2006/relationships/notesSlide" Target="/ppt/notesSlides/notesSlide5.xml" Id="R45cfe9c1ef6041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973715870451e" /><Relationship Type="http://schemas.openxmlformats.org/officeDocument/2006/relationships/notesSlide" Target="/ppt/notesSlides/notesSlide6.xml" Id="R3c11a75a577e4c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5a2a70e664ffe" /><Relationship Type="http://schemas.openxmlformats.org/officeDocument/2006/relationships/notesSlide" Target="/ppt/notesSlides/notesSlide7.xml" Id="R1703ba8c04af4b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1A173-3498-4B3B-BD3E-AB3E1C41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8EFA7-057E-40A6-92D9-866EB238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f88bd57664248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666D2-9030-4019-909D-B859424E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08  ·  SESSION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968A9-1542-47F4-8AFF-01C8680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End-to-End Classification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D90FF-A64D-4C51-A569-F1A6F8E7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13BE3-6F11-4287-B9A0-BE2877C8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Package an end-to-end classifier as a tested, observable service.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d38110bc74ee4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12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9809D-A89E-4716-977A-2549BBE2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739F5-E6AE-4F7B-A68D-A8F208C7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08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89AF1-4B5E-4D33-9B22-58625C76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802FC-BFD7-40B0-B474-DDC97596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D1CEE-7A25-42F8-A6AE-B5D31DAC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34404-0A57-4979-B5CC-CFEFCD04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D2394-EB49-402E-B78F-1B248E46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1555F-27E0-49A4-ACAE-D5389BA0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Connect validation, preprocessing, training, and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A76E0-1F73-4BD8-899E-DF0D9135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7D626-46F4-4A78-90E9-C90F4682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D8751-7D50-4CDB-951E-E22E3EA9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Capture metadata and a repeatable training command.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BD931-2D19-4ABA-AE38-9C932A43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76F46-B2FD-44F2-B7F1-D0E2313B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ED36A-542F-4A9C-9E95-B4C6BC24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Define an inference schema.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69E7F-7863-4B55-B08E-8E4CE999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C6027-9CF6-45E2-9CEA-A0E1677D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5768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80302D-EBA5-4DA3-861D-F7EC4056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13E68-9BC5-4E1D-A277-CCC21BBE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08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5B146-29B5-4EF0-B5C0-0D3A015C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58193-FC40-484D-97CF-6B8FF2BE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CACF4-009D-41DA-A7FD-232D1563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9B348-D86F-423C-A071-F4FF36E3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77ADC-F301-4BF7-AB54-FCAF77B1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289F5-8CF5-4FE5-B3B9-07AFDE8F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E40F7-1B84-4F17-A95C-665DE3B0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training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5DF58-398D-4E14-919D-0171A36E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1556C-7857-4F08-89FD-22438E37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C197E-CBCA-4ED6-A165-7A635728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B5C89-B8E7-47C4-B445-769D1CEC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E58B6-32D0-4787-AA7B-AF8D726B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ABF2F-B523-4E06-AACF-C16D7A2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8D207-C255-48D6-85A2-2CADA979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12B48-3467-4B16-8794-5E05E0A4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schemas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4612F-6B23-4407-8F4D-372DA5F3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E4282-24D9-4B01-A00A-596B628A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2165D-38D0-470F-89D6-62DE153A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53F0F-162D-45AC-A4E6-9BE2B891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model cards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70B4D-F5AF-466F-BC79-BFABFF7C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C4E62-E594-475E-A835-21182CB5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1980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96144-90ED-49DF-8C5E-9DF37F28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FA66E-1E37-41ED-990F-63657CC9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FFAB4-4DDF-4D54-8DAE-4CFD96DF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2DE47-C7B7-4774-9C53-FFE3D781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11661-9A31-4284-8B62-FFB1DA41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1E425-DB60-4BA4-B4BB-097C8053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47F97-1272-4373-8B30-6D5825A3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83A00-1DBD-4AC4-B91A-BFD172C7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63943-4973-4CCB-95BF-AC3D7F93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A529B-E2DD-4CB0-8D6D-4F45F594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33C5B-9E42-4077-A18C-9F72BC39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707A9-9084-4C4C-94B0-C9DE9B18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6DF35-B745-4544-8492-AB50740F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A0718-377C-402D-A4B0-077F19DA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15268-9FA9-4979-BEC2-42937C13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89E47-C4D9-47E1-B8F0-89379C93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6B48E-52E8-46EF-8B45-D5645439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4257A-B58B-46E1-8664-6991A7E6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Turn the week-seven experiment into a repeatable training pipeline.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6320F5-C945-4292-B6F4-D959746B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1462941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FD5B36-79AF-4694-B340-4779DA67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FA656-77D9-4B62-A567-0EAC2DDE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08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AE497-3B78-40E6-84B4-283C871C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394EA-9C90-4336-B533-3A67FD31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4C337-669B-4709-97C1-706BA2CA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A32E5-5914-4901-89D8-B898B331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E81D9-3502-4D93-ACFB-E11A9488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0D091-BD54-42E6-97D8-3DECB98D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Turn the week-seven experiment into a repeatable training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8A9D5-AB6D-4515-AECA-0679A7CC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071AC-0351-4D63-8236-590D1DD0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49D58-021D-4A90-8C3B-C64C69BA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C0443-45B7-4ABF-B413-95B45631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76DFA-720F-41ED-9B76-DFB0FFE8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C3424-1F90-4752-A62B-61FF8AC1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AC38F-9E02-440C-B7AA-1458D3D5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4D0F3-86B3-4038-B198-790EDB16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6B5AB-4950-49F3-983F-AC86A041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6B28B-1334-403E-A56B-F8F0686C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14B7B-A292-42BC-934C-0BC5C76C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98068-745E-4AF6-AB70-2410D043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2BE60-E2AC-425B-86B6-5AAF724F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553ED8-40E1-484C-A412-4BEB868A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C4CAB-64A6-46BC-9BB8-769A7347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01723-B08E-4DC9-ABBC-DA7D5F0A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95216B-2C13-4D05-9A2D-EFD0627C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6800DE-68AA-4FE8-A6B1-ACFA79FF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69170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11958-223C-4B70-AE1B-15BA8933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AF958-F107-46B8-9468-8F3AF66D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08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7DEDD-22F3-4054-AA67-E9944658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CD0E4-AE0D-45AF-8458-E89DDDEF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53333-175D-4413-8B46-AEC93CAF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BFFCD-DAC7-4177-A4D8-31246FF0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versioned model artifact, schema, and model card.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76AFF-2424-4D32-AEEF-164ECA62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8525A-1CE7-4BA1-9071-DC31B816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55162-83FC-4960-BEDC-203A63C8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9E9CF-8902-4062-AFB2-B0784867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63891-490B-46BA-B1B5-D9990D1F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17C54-58D9-490A-ABC1-FA1A66F0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690FB-43CF-42DB-BF1B-7C726336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63254-4BE0-4831-86B9-9622AE80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6F12F-FE82-472C-9274-577C6226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E083D-2BFC-42E1-8CF9-F8250452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Production Inference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9D56C-4C5E-4FCD-9A37-ADAAB21E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API 25%, tests 25%, artifact 20%, observability 20%, documentation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B3958-375B-4774-AF62-D68AC84C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A98B8-240C-4C7E-A069-55487692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56413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AD776-6786-4C81-8244-EA5A096C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3A309-08D7-4CD6-8008-A8A23E7E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97EFB-E681-493C-B9E0-CC78FC8B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BC15E-032F-4683-B258-48939648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E4111-704A-4774-97EB-BE243FA9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training workflow + artifacts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70100-2088-4C38-9F90-A8073138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696E1-B8D1-44E2-8D49-B3AF4D62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67C45-DFA8-4A95-9AF9-FBE3999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Turn the week-seven experiment into a repeatable training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70F1D-4670-49BE-8113-D59A823B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A1C65-3A38-44CA-94E9-8E8B6761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9A6DE-A96A-4323-959C-A71EA5B2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versioned model artifact, schema, and model card.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FBFDF-F6A1-4658-9469-5A3B5C50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88AF4-2B4A-4720-8CDB-C8674E70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D420F-79C8-4019-9991-638E42CC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8EF94-2929-406F-8F11-E37AD40E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1876663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2026-07-27T08:01:08.1140000Z</dcterms:created>
  <dcterms:modified xsi:type="dcterms:W3CDTF">2026-07-27T08:01:08.1140000Z</dcterms:modified>
</coreProperties>
</file>