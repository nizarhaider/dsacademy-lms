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979014c4c94c6b" /><Relationship Type="http://schemas.openxmlformats.org/officeDocument/2006/relationships/extended-properties" Target="/docProps/app.xml" Id="R9b3b77a5f15f4955" /><Relationship Type="http://schemas.openxmlformats.org/officeDocument/2006/relationships/officeDocument" Target="/ppt/presentation.xml" Id="Rbde08f5f2b8042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ed79ea718b4b57"/>
  </p:sldMasterIdLst>
  <p:notesMasterIdLst>
    <p:notesMasterId xmlns:r="http://schemas.openxmlformats.org/officeDocument/2006/relationships" r:id="Re97e6850183e4e6e"/>
  </p:notesMasterIdLst>
  <p:sldIdLst>
    <p:sldId xmlns:r="http://schemas.openxmlformats.org/officeDocument/2006/relationships" id="256" r:id="Rbfa77a06e7244e6d"/>
    <p:sldId xmlns:r="http://schemas.openxmlformats.org/officeDocument/2006/relationships" id="257" r:id="R0058ee01d4b746bc"/>
    <p:sldId xmlns:r="http://schemas.openxmlformats.org/officeDocument/2006/relationships" id="258" r:id="R500c3568fb0746dd"/>
    <p:sldId xmlns:r="http://schemas.openxmlformats.org/officeDocument/2006/relationships" id="259" r:id="R7d11a5a05f6f4e2e"/>
    <p:sldId xmlns:r="http://schemas.openxmlformats.org/officeDocument/2006/relationships" id="260" r:id="R2cf959595fe344e5"/>
    <p:sldId xmlns:r="http://schemas.openxmlformats.org/officeDocument/2006/relationships" id="261" r:id="R28a6d55725f642e0"/>
    <p:sldId xmlns:r="http://schemas.openxmlformats.org/officeDocument/2006/relationships" id="262" r:id="R2de72d51029240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e345bfb21e4b84" /><Relationship Type="http://schemas.openxmlformats.org/officeDocument/2006/relationships/slideMaster" Target="/ppt/slideMasters/slideMaster1.xml" Id="R72ed79ea718b4b57" /><Relationship Type="http://schemas.openxmlformats.org/officeDocument/2006/relationships/notesMaster" Target="/ppt/notesMasters/notesMaster1.xml" Id="Re97e6850183e4e6e" /><Relationship Type="http://schemas.openxmlformats.org/officeDocument/2006/relationships/presProps" Target="/ppt/presProps.xml" Id="R14aab4aa7884462f" /><Relationship Type="http://schemas.openxmlformats.org/officeDocument/2006/relationships/tableStyles" Target="/ppt/tableStyles.xml" Id="Re2bfd2596f2f4714" /><Relationship Type="http://schemas.openxmlformats.org/officeDocument/2006/relationships/slide" Target="/ppt/slides/slide1.xml" Id="Rbfa77a06e7244e6d" /><Relationship Type="http://schemas.openxmlformats.org/officeDocument/2006/relationships/slide" Target="/ppt/slides/slide2.xml" Id="R0058ee01d4b746bc" /><Relationship Type="http://schemas.openxmlformats.org/officeDocument/2006/relationships/slide" Target="/ppt/slides/slide3.xml" Id="R500c3568fb0746dd" /><Relationship Type="http://schemas.openxmlformats.org/officeDocument/2006/relationships/slide" Target="/ppt/slides/slide4.xml" Id="R7d11a5a05f6f4e2e" /><Relationship Type="http://schemas.openxmlformats.org/officeDocument/2006/relationships/slide" Target="/ppt/slides/slide5.xml" Id="R2cf959595fe344e5" /><Relationship Type="http://schemas.openxmlformats.org/officeDocument/2006/relationships/slide" Target="/ppt/slides/slide6.xml" Id="R28a6d55725f642e0" /><Relationship Type="http://schemas.openxmlformats.org/officeDocument/2006/relationships/slide" Target="/ppt/slides/slide7.xml" Id="R2de72d51029240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e581bd017d42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d99026e4dc45d1" /><Relationship Type="http://schemas.openxmlformats.org/officeDocument/2006/relationships/notesMaster" Target="/ppt/notesMasters/notesMaster1.xml" Id="R9b24bc87e1d445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0f5ccb756f4e44" /><Relationship Type="http://schemas.openxmlformats.org/officeDocument/2006/relationships/notesMaster" Target="/ppt/notesMasters/notesMaster1.xml" Id="R06b79950f41649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da4ed7445740bf" /><Relationship Type="http://schemas.openxmlformats.org/officeDocument/2006/relationships/notesMaster" Target="/ppt/notesMasters/notesMaster1.xml" Id="R876276261d6b4c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1f962b7332491f" /><Relationship Type="http://schemas.openxmlformats.org/officeDocument/2006/relationships/notesMaster" Target="/ppt/notesMasters/notesMaster1.xml" Id="R47728579173b44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1a83e62aad4086" /><Relationship Type="http://schemas.openxmlformats.org/officeDocument/2006/relationships/notesMaster" Target="/ppt/notesMasters/notesMaster1.xml" Id="Re46493bfa98147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1f55fc99704173" /><Relationship Type="http://schemas.openxmlformats.org/officeDocument/2006/relationships/notesMaster" Target="/ppt/notesMasters/notesMaster1.xml" Id="R0cb70f94ca514c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4cc966578641a8" /><Relationship Type="http://schemas.openxmlformats.org/officeDocument/2006/relationships/notesMaster" Target="/ppt/notesMasters/notesMaster1.xml" Id="Rf7bd77ec9e504a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data story is an argument for a decision supported by inspectable evidence. We identify audience and action first, remove irrelevant charts, and state uncertainty.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12, session 1: Decision-Centred Data Storytelling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Structure narrative around audience, decision, and evidence. Choose honest comparison charts. Communicate uncertainty clearly.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Decision-Centred Data Storytelling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audience, narrative, visual hierarchy, uncertainty.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Decision-Centred Data Storytelling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Decision-Centred Data Storytelling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Decision-Centred Data Storytelling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concise decision deck and evidence appendix.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12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data story is an argument for a decision supported by inspectable evidence. We identify audience and action first, remove irrelevant charts, and state uncertainty.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Decision-Centred Data Storytelling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08cb2c84e348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f0d4ee1828422c" /><Relationship Type="http://schemas.openxmlformats.org/officeDocument/2006/relationships/slideLayout" Target="/ppt/slideLayouts/slideLayout1.xml" Id="R98783d4439d643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783d4439d643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5a2b09aec4f48" /><Relationship Type="http://schemas.openxmlformats.org/officeDocument/2006/relationships/image" Target="/ppt/media/image.png" Id="Re0d64e8531d848ef" /><Relationship Type="http://schemas.openxmlformats.org/officeDocument/2006/relationships/image" Target="/ppt/media/image2.png" Id="R52b35e370293479c" /><Relationship Type="http://schemas.openxmlformats.org/officeDocument/2006/relationships/notesSlide" Target="/ppt/notesSlides/notesSlide1.xml" Id="R31d924394d3c4f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7044456b14479" /><Relationship Type="http://schemas.openxmlformats.org/officeDocument/2006/relationships/notesSlide" Target="/ppt/notesSlides/notesSlide2.xml" Id="R8daf020839e241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be2164e4a4021" /><Relationship Type="http://schemas.openxmlformats.org/officeDocument/2006/relationships/notesSlide" Target="/ppt/notesSlides/notesSlide3.xml" Id="R478f147955fd4c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3e2134a084b31" /><Relationship Type="http://schemas.openxmlformats.org/officeDocument/2006/relationships/notesSlide" Target="/ppt/notesSlides/notesSlide4.xml" Id="Rdbf56d1b611748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be36a99e04fc6" /><Relationship Type="http://schemas.openxmlformats.org/officeDocument/2006/relationships/notesSlide" Target="/ppt/notesSlides/notesSlide5.xml" Id="R27a35457dfff48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c3a2780064a56" /><Relationship Type="http://schemas.openxmlformats.org/officeDocument/2006/relationships/notesSlide" Target="/ppt/notesSlides/notesSlide6.xml" Id="Rd478bc8d18364d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0d6efb30e4321" /><Relationship Type="http://schemas.openxmlformats.org/officeDocument/2006/relationships/notesSlide" Target="/ppt/notesSlides/notesSlide7.xml" Id="R7718717f52e546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1FC1F-AA51-44E1-BF84-98667351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AEB06-254E-4B69-8070-C2DA086F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64e8531d848ef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9DE3C-1BB9-4A25-BBC2-0C741607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12  ·  SESSION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42E96-947E-4996-B3F1-2D5C0004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Decision-Centred Data Storytelling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C21E3-1FC7-4B61-8A7F-60C0A63A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E51BF-C0CE-4C98-A7B4-CC7996A8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Turn technical evidence into a defensible product decision and live demonstration.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35e370293479c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0385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21AD8-6735-4AC7-ADF0-B8F63A6F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B87F9-E953-4B6A-875E-DB290B35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12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0A57F-5D10-4194-8542-99E6A60F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1982-8B09-4896-8986-8B5BA4E6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5CE8E-392F-48EF-BCF4-F2AA8FD0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94F2E-C42F-45E0-8D01-C3C4A92B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55295-42E3-44CA-B7D9-AEC13A8F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49534-B794-4058-A2D5-43AF84C7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Structure narrative around audience, decision, and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AA810-AB1E-4A46-8E69-4D4330C0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2D39B-59E7-4088-8DC9-77E135AC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05438-7028-4F90-BA74-FF5F7C3F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Choose honest comparison charts.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192A8-9CD4-4EA3-A1D9-C1568EE2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B7407-8574-49F7-802F-D9FB5E24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9DDFA-79A3-466E-828B-E3D65F47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Communicate uncertainty clearly.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677A9-04AD-4298-92CF-C02EC3BA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F5F3A-FB34-4B80-ADD4-CBAD135D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83426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DEA6BD-DF73-4491-BCDF-7AFC09A2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5A665-78CF-4A76-A314-48CE3C42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12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1FBED-5D15-4B64-B7CF-5D43D9FB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AEC73-4F7E-4039-B7A3-F284E8C4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3CA98-1AFB-4242-91B4-97FCB36B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C3656-6A6F-4A55-B44A-E9FC34B3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05944-75C6-4FCC-A2A9-54CA3B13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58655-08A4-4C71-BFD8-41F47D3E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95EA8-B35C-4EEE-BDFE-07282960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DB430-5CAF-4775-9EBA-2442289E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52B49-31AC-4EE3-9F85-EDB20B76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DE901-3F08-4B53-B18F-25D20237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2FCD0-EEB7-4EB0-AD12-D130DE70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narrative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3F4F1-512B-4ADF-A62E-3F9F79AE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6006AE-D0E4-454B-A72F-61B1AE48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EDA2D-725C-4469-A345-F3AE232E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028D0-BD1E-42E0-96E6-93683B97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visual hierarchy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83B75-0BA3-4953-BD4D-36D71A2F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32E90-B75C-4D21-8BE7-B2386D65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08142-7A43-44A6-A475-10CFAB07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8F52E-7FA2-4E1B-8CAF-4B0C8CCD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uncertainty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FD229-5978-4E6C-A950-B4A56087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1058B-FE6C-4F4B-ACB1-4624FD54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418061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63D6F3-E03B-4A8F-B900-ECE74E13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833C1-AF5B-4683-A157-20CBE21D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03F5E-0112-4A0E-A8EE-D3376E6A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1135B-1F05-4DCE-85CA-BD143B6A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29FFC-3C73-49F3-9603-6EEB90D7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5EB6C-88BC-4EC4-B56A-A9C03F04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FF660-C5AE-4AC1-967C-88782E84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7E7C1-4F37-4375-92E5-D402F241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FA3E7-3E56-4C58-9F7E-C633B1EB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B237E-CD8E-4E25-A6C8-A234447E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04163-D210-43C9-85EA-C6CD52EE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9E0B5-7381-47D3-8A91-6F82FD68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70025-8985-43E0-BFF8-9FA90B06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1CBBC-B1D2-4DD6-8D00-D385A276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23893-AEF4-4E74-A5DB-64869D7E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09855C-6841-41F4-A4FE-FB383860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AEFB2-A156-4221-96ED-27C60F32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0B15C-F3E0-4BD1-9B33-1429C5CD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Rewrite a technical analysis as a five-minute stakeholder briefing.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FA2F71-8DA5-416C-B3E8-F93CE18A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4823975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18EA04-4BF4-4067-835B-5EE656F9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EBF57-0BF1-4346-B8A7-F0C6A2AF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12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39BA5-5000-4CDF-B4FD-29239557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E712A-D97D-4EC1-BDD9-DAEC8FF9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C751E-1AA8-4434-843A-E018B20E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0EFE6-25D4-4A89-A8C2-940C9D86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1E6AC-A274-4AF8-8CCF-48FB4906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6A1FE-C6DD-4FB2-8692-DF446736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Rewrite a technical analysis as a five-minute stakeholder briefing.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31733-6A3A-4D15-A7A0-716C68C5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2EC90-D9BE-4263-A3FA-0B9F50F1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F179E-F57A-43BB-891E-49D3F290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BB0A8-834A-4E27-80DC-BA737FFB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B2BB7-DFBF-404C-BC6A-5BEFB90B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718F7-305F-4579-B23D-689F81FE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34DF2-922D-49A3-A0EA-80D8717A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E8FD0-0B3C-4E7B-B55D-1530DABD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95A435-2DFF-456F-9C71-9AA87AC1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74E1C-CFFE-4458-9AFC-E0F49A26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9847F2-F2C3-4AE6-9345-25C33528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7B0FF-7ACF-4F27-B884-870965DB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9967A-1424-41E5-B654-DEAC8095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CC8FA2-E9BE-417B-B7FE-B0772AF9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E29323-C127-4C6B-AF56-F14DA5B2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07AEA8-ECD9-4792-8FB7-CDC3A347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434749-1B74-4C6C-9F38-AE73EEF1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6AE5DA-8603-4C6C-8999-C8670D5D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40019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F944E-EABC-46B4-A6F2-4CF20478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8D5B4-2DCE-42F0-94B0-E322BFC8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12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AE769-C694-42AB-9EB9-5647A146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ED889-A95A-4177-8442-6DA45FBA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8FB9E-1CC8-4EE7-9797-1D3B4E37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0E30D-8CD1-474F-AC88-7E1DD27B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concise decision deck and evidence appendix.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3859C-BD4B-4C2F-BD74-94B9F3D3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8254B-C26C-44D5-81B4-95180389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95CAD-DC49-4CCD-829D-016535D0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A6A7E-614E-48B7-BA31-5E78F58F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EB0B0-60C3-4901-96AC-B8ECEF3F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91DE1-EE8A-4579-BFA1-54B7FBBF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5A74E-44F5-44B3-8677-B747CB0E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4DC2A-1C68-4241-B541-A964D68E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75E15-830D-431C-A35C-0AFD1A41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AA2AD-B9C0-4715-BCC0-AF31E16E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Production-Minded Capstone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06FD5C-6BF4-431C-8D69-CBF25D7B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Problem 20%, evaluation 20%, engineering 20%, usability 15%, communication 15%, responsibility 10%.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960F5-25CB-4E76-96C0-7B88C55A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14BA8F-1B86-48DF-8B4B-B7028038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251060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5F4EE6-2668-42B2-BA87-79FC1952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D006E-D9B0-4683-8C03-D8EDC069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9CF7A-9681-4545-B807-3274A698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8C7F7-DD2C-4FC5-ABDB-3918B1B3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98770-168B-447E-9A9E-0FF96DE4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audience + narrative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8B5FB-A1A5-473A-97AA-67C88AD2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81209-73B8-41D1-BFB1-3F227FB3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4D6F7-DC2C-4A0D-B01E-D941053B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Rewrite a technical analysis as a five-minute stakeholder briefing.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68126-5E61-4582-972C-BFCF462D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D8CF3-E999-4316-AF5D-B62875E4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775E6-BA3E-42E8-8361-B45CAA75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concise decision deck and evidence appendix.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00FDF-0D65-4DDB-AF44-60B2E8E9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57404-1220-48B6-B815-ABA19D13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516D9-0D0E-43A7-A324-DB35C31D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2BA67-CB44-41F9-918F-6D9508EE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449807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2026-07-27T08:01:12.8980000Z</dcterms:created>
  <dcterms:modified xsi:type="dcterms:W3CDTF">2026-07-27T08:01:12.8980000Z</dcterms:modified>
</coreProperties>
</file>