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d152595524198" /><Relationship Type="http://schemas.openxmlformats.org/officeDocument/2006/relationships/extended-properties" Target="/docProps/app.xml" Id="R985556335f8c4eee" /><Relationship Type="http://schemas.openxmlformats.org/officeDocument/2006/relationships/officeDocument" Target="/ppt/presentation.xml" Id="R500a0dc172bb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98f39a69d45c0"/>
  </p:sldMasterIdLst>
  <p:notesMasterIdLst>
    <p:notesMasterId xmlns:r="http://schemas.openxmlformats.org/officeDocument/2006/relationships" r:id="R301af395ee364fc2"/>
  </p:notesMasterIdLst>
  <p:sldIdLst>
    <p:sldId xmlns:r="http://schemas.openxmlformats.org/officeDocument/2006/relationships" id="256" r:id="Rb99a1734da044ae1"/>
    <p:sldId xmlns:r="http://schemas.openxmlformats.org/officeDocument/2006/relationships" id="257" r:id="R368bbc1f33c9477b"/>
    <p:sldId xmlns:r="http://schemas.openxmlformats.org/officeDocument/2006/relationships" id="258" r:id="Rc44c8179b43948f0"/>
    <p:sldId xmlns:r="http://schemas.openxmlformats.org/officeDocument/2006/relationships" id="259" r:id="R23e6d71bf08747b9"/>
    <p:sldId xmlns:r="http://schemas.openxmlformats.org/officeDocument/2006/relationships" id="260" r:id="Rf7c58a83ba6c48c8"/>
    <p:sldId xmlns:r="http://schemas.openxmlformats.org/officeDocument/2006/relationships" id="261" r:id="R0f06721d3e5b467b"/>
    <p:sldId xmlns:r="http://schemas.openxmlformats.org/officeDocument/2006/relationships" id="262" r:id="R425d521f1aac4bce"/>
    <p:sldId xmlns:r="http://schemas.openxmlformats.org/officeDocument/2006/relationships" id="263" r:id="Rcd2888a62c024a60"/>
    <p:sldId xmlns:r="http://schemas.openxmlformats.org/officeDocument/2006/relationships" id="264" r:id="Rcef6ff9d7a0f4023"/>
    <p:sldId xmlns:r="http://schemas.openxmlformats.org/officeDocument/2006/relationships" id="265" r:id="Re18f574dae92415b"/>
    <p:sldId xmlns:r="http://schemas.openxmlformats.org/officeDocument/2006/relationships" id="266" r:id="Rc545320cd6c04419"/>
    <p:sldId xmlns:r="http://schemas.openxmlformats.org/officeDocument/2006/relationships" id="267" r:id="R4006e311deb440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966f4ec0654f25" /><Relationship Type="http://schemas.openxmlformats.org/officeDocument/2006/relationships/slideMaster" Target="/ppt/slideMasters/slideMaster1.xml" Id="R45e98f39a69d45c0" /><Relationship Type="http://schemas.openxmlformats.org/officeDocument/2006/relationships/notesMaster" Target="/ppt/notesMasters/notesMaster1.xml" Id="R301af395ee364fc2" /><Relationship Type="http://schemas.openxmlformats.org/officeDocument/2006/relationships/presProps" Target="/ppt/presProps.xml" Id="R033235e2092040a5" /><Relationship Type="http://schemas.openxmlformats.org/officeDocument/2006/relationships/tableStyles" Target="/ppt/tableStyles.xml" Id="Rf78e598a50704ed9" /><Relationship Type="http://schemas.openxmlformats.org/officeDocument/2006/relationships/slide" Target="/ppt/slides/slide1.xml" Id="Rb99a1734da044ae1" /><Relationship Type="http://schemas.openxmlformats.org/officeDocument/2006/relationships/slide" Target="/ppt/slides/slide2.xml" Id="R368bbc1f33c9477b" /><Relationship Type="http://schemas.openxmlformats.org/officeDocument/2006/relationships/slide" Target="/ppt/slides/slide3.xml" Id="Rc44c8179b43948f0" /><Relationship Type="http://schemas.openxmlformats.org/officeDocument/2006/relationships/slide" Target="/ppt/slides/slide4.xml" Id="R23e6d71bf08747b9" /><Relationship Type="http://schemas.openxmlformats.org/officeDocument/2006/relationships/slide" Target="/ppt/slides/slide5.xml" Id="Rf7c58a83ba6c48c8" /><Relationship Type="http://schemas.openxmlformats.org/officeDocument/2006/relationships/slide" Target="/ppt/slides/slide6.xml" Id="R0f06721d3e5b467b" /><Relationship Type="http://schemas.openxmlformats.org/officeDocument/2006/relationships/slide" Target="/ppt/slides/slide7.xml" Id="R425d521f1aac4bce" /><Relationship Type="http://schemas.openxmlformats.org/officeDocument/2006/relationships/slide" Target="/ppt/slides/slide8.xml" Id="Rcd2888a62c024a60" /><Relationship Type="http://schemas.openxmlformats.org/officeDocument/2006/relationships/slide" Target="/ppt/slides/slide9.xml" Id="Rcef6ff9d7a0f4023" /><Relationship Type="http://schemas.openxmlformats.org/officeDocument/2006/relationships/slide" Target="/ppt/slides/slide10.xml" Id="Re18f574dae92415b" /><Relationship Type="http://schemas.openxmlformats.org/officeDocument/2006/relationships/slide" Target="/ppt/slides/slide11.xml" Id="Rc545320cd6c04419" /><Relationship Type="http://schemas.openxmlformats.org/officeDocument/2006/relationships/slide" Target="/ppt/slides/slide12.xml" Id="R4006e311deb440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02cb6c351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4a715bf0c4394" /><Relationship Type="http://schemas.openxmlformats.org/officeDocument/2006/relationships/notesMaster" Target="/ppt/notesMasters/notesMaster1.xml" Id="Re2204cf3cdb3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71f06f3084cf3" /><Relationship Type="http://schemas.openxmlformats.org/officeDocument/2006/relationships/notesMaster" Target="/ppt/notesMasters/notesMaster1.xml" Id="Re515146905f1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c57a1b94e24b56" /><Relationship Type="http://schemas.openxmlformats.org/officeDocument/2006/relationships/notesMaster" Target="/ppt/notesMasters/notesMaster1.xml" Id="R1781b03a2f4d4b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2c19f8f81a4476" /><Relationship Type="http://schemas.openxmlformats.org/officeDocument/2006/relationships/notesMaster" Target="/ppt/notesMasters/notesMaster1.xml" Id="Rb371866a1d6148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d6a61e9bd4a98" /><Relationship Type="http://schemas.openxmlformats.org/officeDocument/2006/relationships/notesMaster" Target="/ppt/notesMasters/notesMaster1.xml" Id="R1957b2f1ac7549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f2edb9f9234dc6" /><Relationship Type="http://schemas.openxmlformats.org/officeDocument/2006/relationships/notesMaster" Target="/ppt/notesMasters/notesMaster1.xml" Id="Rf92ff1508fc2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9033025b974e69" /><Relationship Type="http://schemas.openxmlformats.org/officeDocument/2006/relationships/notesMaster" Target="/ppt/notesMasters/notesMaster1.xml" Id="R94bd4bc226e346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ee7e90cc84efd" /><Relationship Type="http://schemas.openxmlformats.org/officeDocument/2006/relationships/notesMaster" Target="/ppt/notesMasters/notesMaster1.xml" Id="R3dec006879b342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f65139ce14a5b" /><Relationship Type="http://schemas.openxmlformats.org/officeDocument/2006/relationships/notesMaster" Target="/ppt/notesMasters/notesMaster1.xml" Id="R1b456d32ba4a47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219a70d45549c3" /><Relationship Type="http://schemas.openxmlformats.org/officeDocument/2006/relationships/notesMaster" Target="/ppt/notesMasters/notesMaster1.xml" Id="Rf19b8c7c29304f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30f9cc6b124eac" /><Relationship Type="http://schemas.openxmlformats.org/officeDocument/2006/relationships/notesMaster" Target="/ppt/notesMasters/notesMaster1.xml" Id="Ra7c2d6f5853b42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36418c3e844fc7" /><Relationship Type="http://schemas.openxmlformats.org/officeDocument/2006/relationships/notesMaster" Target="/ppt/notesMasters/notesMaster1.xml" Id="R2f52d6074b40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Exploratory Data Analysis. Describe a dataset, expose quality problems, and form questions before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dataframes, filtering, grouping, and missing values. By the end, you will explain data types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data types, descriptive statistics, distributions, correlation and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EDA moves from schema and row grain to quality, center, spread, shape, relationships, and documented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mean: Sum divided by count. median: Middle ordered value. distribution: How frequently values occur.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For incomes [20, 22, 24, 26, 200], compare mean 58.4 with median 24 and explain the outlier.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58.4 24.0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median and interquartile range when extreme values distort mean and standard deviation. A histogram shows distribution shape; a box plot emphasizes quartiles and potential outliers. Compare target rates across meaningful groups before proposing a predictive feature. EDA produces testable data-quality and modelling hypotheses, not final causal conclusions.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https://github.com/curiousily/AI-Bootcamp/blob/master/02.exploratory-data-analysis.ipynb.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Treating `unknown` as a valid category without investigation. Claiming that correlation proves one variable causes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Profile the Bank Marketing data and support three findings with statistics and plots.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data types, descriptive statistics, distributions, correlation and causation. Verification evidence: Recalculate reported statistics and ensure every chart has a stated question and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https://pandas.pydata.org/docs/</a:t>
            </a:r>
          </a:p>
          <a:p xmlns:a="http://schemas.openxmlformats.org/drawingml/2006/main">
            <a:r>
              <a:t>- https://seaborn.pydata.org/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8b1fd2edc4e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a27f556db4472c" /><Relationship Type="http://schemas.openxmlformats.org/officeDocument/2006/relationships/slideLayout" Target="/ppt/slideLayouts/slideLayout1.xml" Id="Rbae3b9e9d069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3b9e9d069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19aaf152942f6" /><Relationship Type="http://schemas.openxmlformats.org/officeDocument/2006/relationships/image" Target="/ppt/media/image.png" Id="R11a6a2cdfdba4f0c" /><Relationship Type="http://schemas.openxmlformats.org/officeDocument/2006/relationships/image" Target="/ppt/media/image2.png" Id="R3a9a01e86bbd4d08" /><Relationship Type="http://schemas.openxmlformats.org/officeDocument/2006/relationships/notesSlide" Target="/ppt/notesSlides/notesSlide1.xml" Id="Ra5fbd8b1c7b5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b085215f64b5f" /><Relationship Type="http://schemas.openxmlformats.org/officeDocument/2006/relationships/notesSlide" Target="/ppt/notesSlides/notesSlide2.xml" Id="Rce67e69040d7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a1517eb2247a0" /><Relationship Type="http://schemas.openxmlformats.org/officeDocument/2006/relationships/notesSlide" Target="/ppt/notesSlides/notesSlide3.xml" Id="R2e0ae3b6e80d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f31f36afa4c8f" /><Relationship Type="http://schemas.openxmlformats.org/officeDocument/2006/relationships/notesSlide" Target="/ppt/notesSlides/notesSlide4.xml" Id="R89e31596af42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b03ae2883400e" /><Relationship Type="http://schemas.openxmlformats.org/officeDocument/2006/relationships/notesSlide" Target="/ppt/notesSlides/notesSlide5.xml" Id="R5d7ee72b5a794a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13c8873b4705" /><Relationship Type="http://schemas.openxmlformats.org/officeDocument/2006/relationships/notesSlide" Target="/ppt/notesSlides/notesSlide6.xml" Id="R039fa04a689b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a509830164a02" /><Relationship Type="http://schemas.openxmlformats.org/officeDocument/2006/relationships/notesSlide" Target="/ppt/notesSlides/notesSlide7.xml" Id="R502975d9f3fd4f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892aaa76a40ba" /><Relationship Type="http://schemas.openxmlformats.org/officeDocument/2006/relationships/notesSlide" Target="/ppt/notesSlides/notesSlide8.xml" Id="Rdd988aeab80d40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db51f56b14839" /><Relationship Type="http://schemas.openxmlformats.org/officeDocument/2006/relationships/notesSlide" Target="/ppt/notesSlides/notesSlide9.xml" Id="Re529c3f0cc05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193d1c8b2483c" /><Relationship Type="http://schemas.openxmlformats.org/officeDocument/2006/relationships/notesSlide" Target="/ppt/notesSlides/notesSlide10.xml" Id="Rd849682d90194e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ea62d347741c7" /><Relationship Type="http://schemas.openxmlformats.org/officeDocument/2006/relationships/notesSlide" Target="/ppt/notesSlides/notesSlide11.xml" Id="Rc8ab60c669c34b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e9bd6f5b4acd" /><Relationship Type="http://schemas.openxmlformats.org/officeDocument/2006/relationships/image" Target="/ppt/media/image3.png" Id="Rf4c5d3c154244e57" /><Relationship Type="http://schemas.openxmlformats.org/officeDocument/2006/relationships/notesSlide" Target="/ppt/notesSlides/notesSlide12.xml" Id="R7f618fa5565c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284E0-C323-4D83-BA5E-481AA63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6a2cdfdba4f0c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5769-B18F-47DE-B33A-7B30A04F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FA2C-88A5-4888-9164-E965576F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04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35FB3-2BE4-4730-8FFF-92BA77E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EDF13-4809-4A9D-BF46-6B5D091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3DFDE-E534-484C-9DE4-F7EC0F2B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Describe a dataset, expose quality problems, and form questions before modelling.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01e86bbd4d08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0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2AEC0-351E-4285-85BE-E6A59735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6BC36-5F31-4902-B76F-967386B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C992A-8AC9-4D5A-BCDC-D4DB1E7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3ECF-C01B-4541-9A8E-4F21D982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C811-4F14-4B90-9E6A-D3B147CB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C4AE0-7B79-4578-92AC-E98D485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BBAA9-574D-4702-8FFE-D63F967E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DataFrames, filtering, grouping, and missing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19245-4D66-4238-BBC3-E3D9DED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21245-A44B-44C2-BB0F-47CC7CD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data types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2F017-6BC1-4C2B-AE93-C15AB8E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EE116-DB31-4AE5-A0C5-64B784AF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descriptive statistics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02A42-8040-4FA3-8306-1F843E3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6A6DB-D5D5-45F4-AE39-2F8143A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correlation and causation.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56931-C10F-4B66-BBBE-1E80A3F1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FDBB1-438E-4E71-9D89-A862B801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2022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50405-41D0-45BA-8B9B-EF77A9AF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6B749-8DC1-458E-AA8B-CAB1CFC0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7C33D-5957-4194-BC10-071D82E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6D3C3-194B-4D2C-B452-BC9333C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85DF1-E1B5-40B0-8C34-E01A9C79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2067F-B019-4C2F-B5B8-B5D0F14C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1274E-A559-4EF6-8DC4-CF71C05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Describe a dataset, expose quality problems, and form questions before modelling.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E004E-72C1-4FB4-AC6C-6962186B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FECE4-8CC0-4406-8E45-C534FF1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data types: Data types define the values an operation can accept and the behavior that operation will produce.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CC730-7C55-4E61-8A33-0BBDD49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CCE67-7E4C-4539-905E-8651369D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descriptive statistics: Descriptive statistics summarize the center, spread, frequency, and extremes of observed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017BE-4737-49AE-AAF8-4A845BC6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C320A-C2C9-437F-9B56-DA89989C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distributions: A distribution reveals center, spread, skew, modes, and extremes that a single average cannot show.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6916B-E2EF-48CF-836E-AB38A535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ABA4B-A112-4737-AD02-8DFD54EF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correlation and causation: Correlation measures association; causation requires evidence that changing one factor changes another.</a:t>
            </a:r>
          </a:p>
        </p:txBody>
      </p:sp>
    </p:spTree>
    <p:extLst>
      <p:ext uri="{BB962C8B-B14F-4D97-AF65-F5344CB8AC3E}">
        <p14:creationId xmlns:p14="http://schemas.microsoft.com/office/powerpoint/2010/main" val="1811207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FBA1D-689C-4E2B-89F9-3E24605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5D28-8380-4FEE-A661-AD7BF567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06C07-1B35-424C-A70A-5118840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83932-2776-483F-927E-74BF0C8E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684A9-CA4F-456F-B08B-191D0ECF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4C5E8-7800-4AC5-A977-24FA49C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624E3-B25F-42BB-A767-846CFE3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535DF-10FB-4A0C-B0AB-87CDF50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data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5469E-0E75-46B9-86ED-27F172FC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51209-2B3C-46D7-8D77-C510ED0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AA2DC-3F5A-4134-8E32-95A79CA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4F7EA-0F4E-4AEE-8D43-AC230FC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78440-A0C8-4555-A300-28F2AE2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D8872-E813-4383-B32D-FAF60C7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5FFE3-B596-4F82-A6B3-228DA0E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4418F-4731-4C4C-9915-1281A89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distributions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699C1-1592-45B9-98CA-EEC0CBD5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57249-2EB5-45C4-85F9-46059A96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8B8D7-E08F-4782-BE09-A9E6274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659B5-9FF6-41D0-A89C-FEE66F4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correlation and causation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6703E-8B85-4C20-9134-6C04270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EDA moves from schema and row grain to quality, center, spread, shape, relationships, and documented findings.</a:t>
            </a:r>
          </a:p>
        </p:txBody>
      </p:sp>
    </p:spTree>
    <p:extLst>
      <p:ext uri="{BB962C8B-B14F-4D97-AF65-F5344CB8AC3E}">
        <p14:creationId xmlns:p14="http://schemas.microsoft.com/office/powerpoint/2010/main" val="629824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4CD6-086A-4F4C-B1DB-4996E45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35106-42E1-4837-9126-A6B0DE0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72D4E-401F-4F20-8025-A5AF50C1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F8F0B-1394-43FB-A75D-32A89AC2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DB7DA-389E-4C5A-A4C4-60614468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3580-6832-41EC-BCBB-BD287EF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03885-C8DE-428E-89BD-3C4A22DF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EDA moves from schema and row grain to quality, center, spread, shape, relationships, and documented findings.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99708-F966-4E47-96D5-7AE05CC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28FC9-CE61-4D2D-AA8A-5300CD4C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mean: Sum divided by 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F3D02-1489-438B-8CDA-0B15919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B9ECC-0A76-41D3-8B7F-71EB730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median: Middle ordered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C98AD-A314-4412-9083-411BED60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38696-299F-4AA3-BEAF-ED5B680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distribution: How frequently values occur.</a:t>
            </a:r>
          </a:p>
        </p:txBody>
      </p:sp>
    </p:spTree>
    <p:extLst>
      <p:ext uri="{BB962C8B-B14F-4D97-AF65-F5344CB8AC3E}">
        <p14:creationId xmlns:p14="http://schemas.microsoft.com/office/powerpoint/2010/main" val="687642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0B345-30A7-42F7-9345-2C9D466B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F78F4-D901-464D-A73B-40918460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634A2-699D-4323-994F-06304EB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F7287-19FE-4B3B-9D41-85DAD09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41F58-2250-4949-845E-CE3884C7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0864E-B2A8-46BB-BCFD-E43F124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For incomes [20, 22, 24, 26, 200], compare mean 58.4 with median 24 and explain the outlier.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6D375-C691-4CC2-96CE-5486FDE9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B7CD9-82B1-49F9-9BDE-31CBDEF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E014D-963A-4AFF-A0C4-CBD8B646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033BA-1A51-45FA-9887-887BB10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E34A4-739E-409C-B6CF-64192B4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6CBC2-EE69-4668-AC9B-BB303B4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329CC-9D26-4359-A573-93F2A2B1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12FD2-FCA1-487B-A659-64E5831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E29F6-95C2-486C-9107-427E982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98355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8DA40-EB57-40F1-82E8-1EE1F8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86D0-DF03-48D4-AD60-CA704CF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6C14-5A7E-4FA1-BD62-3C2D40C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70A76-1CC8-419E-814F-F15CB1E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991D1-9201-45D9-93ED-74E3F63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EB1BE-9715-45FE-90BF-015CF78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8FFF9-619F-4B6F-8CE2-E68BC4C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C6157-D62C-46B7-AD85-BB540EF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65EE4-42E0-4374-BFC6-7D7E820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08A8A-594A-45F3-882B-AC28349F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31E32-B7C9-4766-9F39-2681663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values = pd.Series([20, 22, 24, 26, 200])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print(values.mean(), values.median())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1D7C8-CAF4-462F-B1B6-8E18AC0C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615ED-E965-4267-AF19-D3ECBAD1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5FBB2-CF1D-498D-A500-C8D383A1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58.4 24.0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C40BA-9FBF-49CF-AE02-90289E3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DD8FF-E933-4C03-A459-D01C6BF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226579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BDA84-3ADE-4CF6-B85E-FFF39E7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D62A9-E178-4B6A-BCCF-7B700AE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0AB5-39BD-420B-B20C-5EBF1BF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F2463-BC18-4D78-9487-56AAE9C1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1294-6401-45FF-9CD8-7053A401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AE6C1-B097-4A7C-BC72-9E739054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1EF53-4C10-46F4-AD5F-8C0056F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D6912-198E-4C4D-A86B-528B706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Use median and interquartile range when extreme values distort mean and standard deviation.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D1F2C-FE1A-41D6-BD2A-7469823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7B39D-6C57-4EA5-A24D-42865063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F47EC-0D4C-45B3-AE6F-87B7F06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09834-89E0-4C91-8A2D-B9F432C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histogram shows distribution shape; a box plot emphasizes quartiles and potential outliers.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EFA54-2D58-47FF-B313-F180FEE2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9B46B-0184-40B7-AB3D-2D2B5374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530F3-C06A-442C-80FC-9F17262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F8CF7-7BE4-4F9A-B60C-F1E4D65D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Compare target rates across meaningful groups before proposing a predictive feature.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431F2-9C77-4D83-9F88-D22E8201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995F1-769C-42F8-8E27-DD984E21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060DF-CC04-4062-BCFE-52DB97E7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F23C0-7056-4491-830F-DFFA14B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EDA produces testable data-quality and modelling hypotheses, not final causal conclusions.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D0156-1A5E-46B8-A727-B2AFCA29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61171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C7FF5-C83C-4574-BCF8-8E03E7FB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16003-7D35-4131-A331-5729BF4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33B57-EB1B-4261-9656-30B10EA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508CD-44B4-411D-B89E-01DBF5B5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EA838-BD8C-4A19-820F-1D33649A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34AB-5BFC-4287-91B2-983B9A6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5E024-20A8-46CD-94D2-C3AEA74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1F2B8-818A-4C6B-9E55-074338C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data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3A09-C0BB-4804-A107-1A89D7F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BBC6F-75B3-40D9-8AAE-9B66C2D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87AC3-C5CA-45F0-95A8-8DB9DD0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623C8-D42D-4CDA-947A-0B646E71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CB495-CA6E-4EAF-A6E8-26FE186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D1367-FECA-4624-8252-E86ACEB7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536CA-0C48-4EBE-B596-EB0A986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A1E5D-873C-4578-996C-382263F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distributions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D3B1B-39D2-4A2A-BA98-1D9C607F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58214-1F46-491D-85F5-7D11E20A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81B39-1425-4C41-9DB9-C257F72F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49528-7375-43F5-8CCA-69CDB0AF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correlation and causation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65DAE-E419-47D1-8EC3-93D8DAF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https://github.com/curiousily/AI-Bootcamp/blob/master/02.exploratory-data-analysis.ipynb.</a:t>
            </a:r>
          </a:p>
        </p:txBody>
      </p:sp>
    </p:spTree>
    <p:extLst>
      <p:ext uri="{BB962C8B-B14F-4D97-AF65-F5344CB8AC3E}">
        <p14:creationId xmlns:p14="http://schemas.microsoft.com/office/powerpoint/2010/main" val="1381143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F28BF-89DB-4BA2-BF7B-592FE9A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19241-6733-498B-85FF-C6E75A1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E7DE7-E4DC-4C1E-BE81-1223AFE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A7800-49E9-4151-9299-4DED1A8C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BC7EC-0800-46E6-96FE-C2FD502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6F846-7D3D-4D50-B1F1-7588943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E35DE-BEA4-41B3-A75E-3D270A14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204C6-3D99-48E9-BCA7-87D73999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Treating `unknown` as a valid category without investigation.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1CF22-2E23-4D77-ABAC-7297161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33FDB-648E-480E-842D-E9D0450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B2865-A122-4510-83AC-EFB2700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Claiming that correlation proves one variable causes another.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AA2A5-9DDE-44A1-88D6-962F1A9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66259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451D8-8626-423A-8AFA-123AB7B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75704-C535-4FB0-BB2A-5A052337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0D45-B455-41D4-89B4-F721095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37150-9171-4854-87B0-89AECB1C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BB96C-CCBD-44AE-9935-E21D3A89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Profile the Bank Marketing data and support three findings with statistics and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3C0F-011E-4CD1-B51F-9AECD55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4D267-4331-4870-B791-C2041DD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F7008-DCE0-4E35-B159-7B63425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1E8CD-30FC-42DA-BE97-5D1C5F0A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03A8F-5C53-44E1-B9BF-5FFD2D36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8B0A7-9D7B-4B75-A47D-BE935C8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A9246-289A-468B-B128-14D7ED40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0FBE0-C2FE-4FA1-9730-968EBBE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1283F-048E-45A6-ABE8-847289D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FF2D9-1CD5-4184-BCEC-2EEA6344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02190-0A36-4872-B5FB-E47178B0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04940-0FDB-4AC8-8FCA-F1EDD62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993166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44490-F792-44F1-8A93-CFE4C7C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3F520-BA83-484F-8166-2CC216A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Exploratory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8C8EB-0C1A-4328-B798-E7000449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7DB84-9B82-44C6-97EA-7D28CD83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2CDA3-4D7B-42BD-9BA0-B35D850B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226D3-31E9-4DD7-9AD4-194AEA4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A3A39-46EA-4F43-B76B-368EBD5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data types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E11EC-A475-403E-B64D-727E3BC7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F3AEB-102C-490B-9666-FA9D992C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descriptive statistics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612A5-2587-4EB1-81B1-86254BE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77835-A6CD-4BC7-A530-73D361F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correlation and causation.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05FE8-B9A6-4BF6-8FCC-A8F5D93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199D8-5D8D-428C-8808-A673FC46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EDA report covering schema, missing/sentinel values, distributions, class balance, relationships, and limitations.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5d3c154244e57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15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2026-07-28T16:53:11.9800000Z</dcterms:created>
  <dcterms:modified xsi:type="dcterms:W3CDTF">2026-07-28T16:53:11.9800000Z</dcterms:modified>
</coreProperties>
</file>