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1022ec107b4bf6" /><Relationship Type="http://schemas.openxmlformats.org/officeDocument/2006/relationships/extended-properties" Target="/docProps/app.xml" Id="Re3f449edca5b43e2" /><Relationship Type="http://schemas.openxmlformats.org/officeDocument/2006/relationships/officeDocument" Target="/ppt/presentation.xml" Id="R0da57fe5343b42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e282cd141d416a"/>
  </p:sldMasterIdLst>
  <p:notesMasterIdLst>
    <p:notesMasterId xmlns:r="http://schemas.openxmlformats.org/officeDocument/2006/relationships" r:id="R7d9df0feabe04799"/>
  </p:notesMasterIdLst>
  <p:sldIdLst>
    <p:sldId xmlns:r="http://schemas.openxmlformats.org/officeDocument/2006/relationships" id="256" r:id="R3ea944918d984983"/>
    <p:sldId xmlns:r="http://schemas.openxmlformats.org/officeDocument/2006/relationships" id="257" r:id="Rf1a995e6cd0e4431"/>
    <p:sldId xmlns:r="http://schemas.openxmlformats.org/officeDocument/2006/relationships" id="258" r:id="Rffcb7d0336b34e01"/>
    <p:sldId xmlns:r="http://schemas.openxmlformats.org/officeDocument/2006/relationships" id="259" r:id="R40934fc4c4e34d8b"/>
    <p:sldId xmlns:r="http://schemas.openxmlformats.org/officeDocument/2006/relationships" id="260" r:id="Re44d045f1ff24c37"/>
    <p:sldId xmlns:r="http://schemas.openxmlformats.org/officeDocument/2006/relationships" id="261" r:id="Rad344f0a267b40d8"/>
    <p:sldId xmlns:r="http://schemas.openxmlformats.org/officeDocument/2006/relationships" id="262" r:id="R1e6c5de5ba194b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1cf05151c04995" /><Relationship Type="http://schemas.openxmlformats.org/officeDocument/2006/relationships/slideMaster" Target="/ppt/slideMasters/slideMaster1.xml" Id="R1de282cd141d416a" /><Relationship Type="http://schemas.openxmlformats.org/officeDocument/2006/relationships/notesMaster" Target="/ppt/notesMasters/notesMaster1.xml" Id="R7d9df0feabe04799" /><Relationship Type="http://schemas.openxmlformats.org/officeDocument/2006/relationships/presProps" Target="/ppt/presProps.xml" Id="R2df5e03cddd94a4b" /><Relationship Type="http://schemas.openxmlformats.org/officeDocument/2006/relationships/tableStyles" Target="/ppt/tableStyles.xml" Id="Rebbe1bba82524af7" /><Relationship Type="http://schemas.openxmlformats.org/officeDocument/2006/relationships/slide" Target="/ppt/slides/slide1.xml" Id="R3ea944918d984983" /><Relationship Type="http://schemas.openxmlformats.org/officeDocument/2006/relationships/slide" Target="/ppt/slides/slide2.xml" Id="Rf1a995e6cd0e4431" /><Relationship Type="http://schemas.openxmlformats.org/officeDocument/2006/relationships/slide" Target="/ppt/slides/slide3.xml" Id="Rffcb7d0336b34e01" /><Relationship Type="http://schemas.openxmlformats.org/officeDocument/2006/relationships/slide" Target="/ppt/slides/slide4.xml" Id="R40934fc4c4e34d8b" /><Relationship Type="http://schemas.openxmlformats.org/officeDocument/2006/relationships/slide" Target="/ppt/slides/slide5.xml" Id="Re44d045f1ff24c37" /><Relationship Type="http://schemas.openxmlformats.org/officeDocument/2006/relationships/slide" Target="/ppt/slides/slide6.xml" Id="Rad344f0a267b40d8" /><Relationship Type="http://schemas.openxmlformats.org/officeDocument/2006/relationships/slide" Target="/ppt/slides/slide7.xml" Id="R1e6c5de5ba194b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61a82bbfc14e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5bb2a7b74e49c4" /><Relationship Type="http://schemas.openxmlformats.org/officeDocument/2006/relationships/notesMaster" Target="/ppt/notesMasters/notesMaster1.xml" Id="R0bcdb4959c2240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0fdae265be4069" /><Relationship Type="http://schemas.openxmlformats.org/officeDocument/2006/relationships/notesMaster" Target="/ppt/notesMasters/notesMaster1.xml" Id="Rfcca2197480e4d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22c2ad94c4b4b" /><Relationship Type="http://schemas.openxmlformats.org/officeDocument/2006/relationships/notesMaster" Target="/ppt/notesMasters/notesMaster1.xml" Id="R079190b43df5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b45e2d28f34d32" /><Relationship Type="http://schemas.openxmlformats.org/officeDocument/2006/relationships/notesMaster" Target="/ppt/notesMasters/notesMaster1.xml" Id="R15eb10e5c970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17c7df6ffc4936" /><Relationship Type="http://schemas.openxmlformats.org/officeDocument/2006/relationships/notesMaster" Target="/ppt/notesMasters/notesMaster1.xml" Id="R9762981d37df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f40788d5414fdf" /><Relationship Type="http://schemas.openxmlformats.org/officeDocument/2006/relationships/notesMaster" Target="/ppt/notesMasters/notesMaster1.xml" Id="Rbd22abfba73d4c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10e576067450b" /><Relationship Type="http://schemas.openxmlformats.org/officeDocument/2006/relationships/notesMaster" Target="/ppt/notesMasters/notesMaster1.xml" Id="R4a9d19013fb748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Cleaning is a documented set of decisions about what fields mean and which observations remain trustworthy. We measure quality before and after every material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3, session 1: Data Cleaning with Pandas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Profile missingness, duplicates, types, and invalid ranges. Apply explicit rules without hiding data loss. Validate assumptions before and after transformation.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Data Cleaning with Pandas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data quality, missing values, types,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Data Cleaning with Pandas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Data Cleaning with Pandas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Data Cleaning with Pandas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cleaning pipeline, validation report, and rejected-record table.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Cleaning is a documented set of decisions about what fields mean and which observations remain trustworthy. We measure quality before and after every material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Data Cleaning with Pandas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b794e705c46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fcd5526fab436a" /><Relationship Type="http://schemas.openxmlformats.org/officeDocument/2006/relationships/slideLayout" Target="/ppt/slideLayouts/slideLayout1.xml" Id="R5d12f086e781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12f086e781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e7edd5e8344ad" /><Relationship Type="http://schemas.openxmlformats.org/officeDocument/2006/relationships/image" Target="/ppt/media/image.png" Id="R46a53a6c7cd24d4d" /><Relationship Type="http://schemas.openxmlformats.org/officeDocument/2006/relationships/image" Target="/ppt/media/image2.png" Id="R0adc03030d6a48e0" /><Relationship Type="http://schemas.openxmlformats.org/officeDocument/2006/relationships/notesSlide" Target="/ppt/notesSlides/notesSlide1.xml" Id="Rdacfc18cc5db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b9e2145a648c6" /><Relationship Type="http://schemas.openxmlformats.org/officeDocument/2006/relationships/notesSlide" Target="/ppt/notesSlides/notesSlide2.xml" Id="R9fbbcdee33d34b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8dfcf164b4530" /><Relationship Type="http://schemas.openxmlformats.org/officeDocument/2006/relationships/notesSlide" Target="/ppt/notesSlides/notesSlide3.xml" Id="R17913c873be54e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399410ebb4e38" /><Relationship Type="http://schemas.openxmlformats.org/officeDocument/2006/relationships/notesSlide" Target="/ppt/notesSlides/notesSlide4.xml" Id="R112b7d6d8e604b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8814b0a154cba" /><Relationship Type="http://schemas.openxmlformats.org/officeDocument/2006/relationships/notesSlide" Target="/ppt/notesSlides/notesSlide5.xml" Id="R705f6fd351064f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2c28ea4fa4390" /><Relationship Type="http://schemas.openxmlformats.org/officeDocument/2006/relationships/notesSlide" Target="/ppt/notesSlides/notesSlide6.xml" Id="Rccabb3eb6c884b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4335298b14078" /><Relationship Type="http://schemas.openxmlformats.org/officeDocument/2006/relationships/notesSlide" Target="/ppt/notesSlides/notesSlide7.xml" Id="Rcd8f89aedf5843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AB1AC-81C8-470F-A5D6-7AF78E8B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A9292-949B-4A70-8532-CCE88C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53a6c7cd24d4d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B534C-6162-41BD-A372-7E193431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03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D1A31-2BF2-46D9-9258-161CC50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Data Cleaning with Pandas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597B7-0BE5-420F-B47F-549E0859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87704-DDCE-4E22-9CCB-E0393488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Create a defensible path from messy observations to analytical evidence.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c03030d6a48e0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33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EAB02-75D4-499D-BF2F-ED0D149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FEBB2-69AD-4A4E-BFE9-5797FE2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03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D53A3-101D-4D53-989C-7721A5C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1334E-ACAF-464B-A229-D08DDD8B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9051E-2AB5-4F91-80B5-FA07C508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C8BD2-121A-400F-87EA-C3CBAFCE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2FC5F-EE1F-4309-9DE9-CCDBD811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97092-AD63-4620-AE27-3338AD68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Profile missingness, duplicates, types, and invalid ranges.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CF097-A55B-4711-ADA0-45765269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CB63A-5963-40FB-AABA-C07F4380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868FA-ED93-4C9F-84FD-92D0994D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Apply explicit rules without hiding data loss.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2DC1E-72E8-44D2-B896-20302409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8AB7D-0731-4593-8073-5457BB63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5B976-A2E9-44B8-8EEA-5B101D34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 assumptions before and after transformation.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A37C8-F846-4E3A-B076-E9CA256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9DA27-68C2-47C5-A5E4-BF751438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6345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7CA235-1B77-4066-860D-33B0ECBB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07B83-EF5A-497E-9C2B-0316A0C4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03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9BA17-B502-4339-86EA-8426D501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882DD-DF52-418B-B4CA-765762DF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78452-08DA-4891-952D-B73B6D52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1971D-0A7B-421C-A662-822FF90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FE9A7-F356-4C96-AD5B-538D1463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E95EA-5B97-45BD-93AB-F17B8B9E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AE788-B0B7-4185-8388-9EC3FECC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data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BBBDA-0D8B-4A30-838F-B32DA026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586CC-65C8-48EB-B586-D4F4F678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2EE32-B996-48F9-8812-1A0A29C3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8DC86-7DC0-46A5-B8AD-1C2BBBFF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missing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F4BDE-508B-438F-8AE5-64CC8E7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ADC06-B2BE-4923-8CF6-C54D5D0F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46EEE-74D4-4737-A079-415C1AC2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B4865-E891-4D76-AD2A-EC7A6CEC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types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2473E-1E23-4097-B828-1F0F343A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412FA-2EC7-40A3-80B4-201C4F38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173BB-EF68-4826-825D-679954D9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4275A-0E6E-4C9F-A7A0-69EBC6FD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CA0D4-CC8D-4234-9D6B-BF202D1F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589A5-DDAA-4B33-95CA-FEF92B26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2509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D6C63-902B-4B7A-ACA7-209CAB3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E47CD-C320-4C74-AA70-8B8E0AF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C8D60-84A5-4814-8ED1-E036103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F94A9-8A45-4A5E-B363-16FC9627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CD6AB-DC94-483F-B26C-0503F311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5085B-F723-482C-887C-ADE81FBD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97B68-4F7D-4CFB-8736-B5FD0B88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2DA0E-0177-46B4-8E09-1653B78A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BEFE5-9DEF-402B-910A-C85D4570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B02F2-AD7F-4AED-8544-617D90D8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24665-6F4E-4515-AA5A-B1C36966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3B883-1E29-4CBB-B38B-5E01F3EE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85E63-F60E-47D6-BB13-9F9A6FAC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9F03C-D28E-4843-AD17-B956AF4D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90E4F-9B2D-4FCC-B3D3-3AB0A45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74B79-5CCE-440D-AC6A-5BB4DFD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06BCB-7FA5-480C-AC08-B412792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782E7-6B69-4669-AD5E-54D2755F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Clean a noisy customers and orders dataset with an auditable rule log.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17527-DB03-4257-9A1D-2495645B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199800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A96A9-F963-4A3D-AC01-B6C3E17E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E1191-20D9-4D2E-8366-E9EB128D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03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3C5F9-F714-46BC-87B8-4FB3F214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931B2-DC3F-4B09-B1D3-08320A47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6D925-6BF4-4063-8507-4F587FD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4F8D8-AD25-41EB-AC2C-06124C0B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9DDE7-987B-447A-A7D4-37D03A37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24203-F31E-45D5-82B5-92E33C28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Clean a noisy customers and orders dataset with an auditable rule log.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614DB-3CE6-4216-B5A8-1890C33C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5C996-2F7E-49F4-A437-1CE90912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3D1C8-1CA7-42A0-B250-4D464A12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33D48-63E7-4201-B482-DDC9B90C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78EC1-C214-4C27-9C8F-8BE078F6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69EAF-3076-465B-9EE1-DB03253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58DF0-BF0D-478D-B075-1814215B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A9349-FD58-4543-BBAE-E3C3672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60C76-6BAF-4BAB-B573-633A93AF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B486E-8F86-4129-B60F-98C1DA1B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A1CBF-D35A-4C93-AA6A-20F73AB7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7A042-C41C-47D7-A820-DC86E116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A66D4-FC17-44A8-A259-EB3032FD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BDC55-FD5A-4861-82E4-7577C516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D50CC-84A4-4261-8CB7-19BD8DE3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71710-BE3B-4929-85FD-E0106027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41E5A-4220-42A9-9163-99D542A7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C6763-1925-4064-83DD-4C83F154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7420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48F1A-D116-449E-9704-881E8535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3825C-E676-44E3-81A1-E4EFC4E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03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1C48F-96CA-4DE5-868B-FBDB88AD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7E4AA-2D46-4294-A079-F0ED6BF5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EFEFB-6D91-406F-B71D-AB04303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11262-6E7F-4BF8-BE46-598BCC95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cleaning pipeline, validation report, and rejected-record 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63353-E4D7-4C6A-B249-05643A14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BCFBD-FFD9-418F-BD5A-B4CFF050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18807-4E24-485B-9685-76367AA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3336E-7317-4FCC-A398-501B958B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B13F0-B8EF-43E8-9B21-5A0FC214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B3A10-8208-4BEC-817D-D25BF48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1C713-A1E9-4AA8-B447-EB190D57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5CAC3-8D4B-4F06-A219-8DEAFBC1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159A6-2DD9-4D98-8C95-5E65F75F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C7B30-9A94-425F-B212-71DB462A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Evidence-First EDA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FCA8C-3789-4B9C-BEC9-B39B3480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Cleaning 30%, reasoning 30%, visual evidence 20%, limitations 10%, reproducibility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7A7EA-FA4C-4E22-89A7-1A44323B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359F1-60BB-49E6-9C5B-431DDA80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82365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F3EFF-C15D-4099-AEFB-9ADA2D5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4D10B-A7B4-412B-A4E6-573C41A1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EECED-089F-45D6-B602-5E66CD0B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1024A-A514-405A-929F-DB66E9E6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B5E0C-9C33-4766-8DBA-DCE7DB27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data quality + missing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75586-BCB0-4846-9FBD-1E7DD83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92A6A-7EB4-473B-943E-C0221C14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2B127-9984-4618-B64A-EB6B8642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Clean a noisy customers and orders dataset with an auditable rule log.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C21DB-10F3-4D97-B262-D2D16EEA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E45C7-2C00-4094-ACB4-0AC08093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DCF75-7266-48FD-8817-9D6FDD1F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cleaning pipeline, validation report, and rejected-record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1DF8A-B45D-4451-8885-01D3F08C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D2A77-0DE7-4DF7-8623-0D7415A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91BDC-608B-40EE-8097-18100E24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57A76-C24C-4C91-B662-4C4BFC04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68817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2026-07-27T08:01:01.8990000Z</dcterms:created>
  <dcterms:modified xsi:type="dcterms:W3CDTF">2026-07-27T08:01:01.8990000Z</dcterms:modified>
</coreProperties>
</file>