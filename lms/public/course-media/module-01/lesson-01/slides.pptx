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0af61883741f3" /><Relationship Type="http://schemas.openxmlformats.org/officeDocument/2006/relationships/extended-properties" Target="/docProps/app.xml" Id="R6bd1e71a3ac64f1d" /><Relationship Type="http://schemas.openxmlformats.org/officeDocument/2006/relationships/officeDocument" Target="/ppt/presentation.xml" Id="R42174791eeed4d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1920d7f134607"/>
  </p:sldMasterIdLst>
  <p:notesMasterIdLst>
    <p:notesMasterId xmlns:r="http://schemas.openxmlformats.org/officeDocument/2006/relationships" r:id="R07a50c497a044ca5"/>
  </p:notesMasterIdLst>
  <p:sldIdLst>
    <p:sldId xmlns:r="http://schemas.openxmlformats.org/officeDocument/2006/relationships" id="256" r:id="R1501bf7101a4419c"/>
    <p:sldId xmlns:r="http://schemas.openxmlformats.org/officeDocument/2006/relationships" id="257" r:id="R3deb34378d3b43d9"/>
    <p:sldId xmlns:r="http://schemas.openxmlformats.org/officeDocument/2006/relationships" id="258" r:id="R4447df4449c2489c"/>
    <p:sldId xmlns:r="http://schemas.openxmlformats.org/officeDocument/2006/relationships" id="259" r:id="R2fa644a2aeac48f0"/>
    <p:sldId xmlns:r="http://schemas.openxmlformats.org/officeDocument/2006/relationships" id="260" r:id="Rc4fb9552b514404a"/>
    <p:sldId xmlns:r="http://schemas.openxmlformats.org/officeDocument/2006/relationships" id="261" r:id="R5caf326998af4999"/>
    <p:sldId xmlns:r="http://schemas.openxmlformats.org/officeDocument/2006/relationships" id="262" r:id="R1d2c3e14ebb642ce"/>
    <p:sldId xmlns:r="http://schemas.openxmlformats.org/officeDocument/2006/relationships" id="263" r:id="Rdbe98975055d45ee"/>
    <p:sldId xmlns:r="http://schemas.openxmlformats.org/officeDocument/2006/relationships" id="264" r:id="R68ea15cf86d24737"/>
    <p:sldId xmlns:r="http://schemas.openxmlformats.org/officeDocument/2006/relationships" id="265" r:id="R632dd0558ca54b74"/>
    <p:sldId xmlns:r="http://schemas.openxmlformats.org/officeDocument/2006/relationships" id="266" r:id="Ra89d7b4c8948486d"/>
    <p:sldId xmlns:r="http://schemas.openxmlformats.org/officeDocument/2006/relationships" id="267" r:id="R3a7b1bc0615944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1a1cd85604244" /><Relationship Type="http://schemas.openxmlformats.org/officeDocument/2006/relationships/slideMaster" Target="/ppt/slideMasters/slideMaster1.xml" Id="Rb2c1920d7f134607" /><Relationship Type="http://schemas.openxmlformats.org/officeDocument/2006/relationships/notesMaster" Target="/ppt/notesMasters/notesMaster1.xml" Id="R07a50c497a044ca5" /><Relationship Type="http://schemas.openxmlformats.org/officeDocument/2006/relationships/presProps" Target="/ppt/presProps.xml" Id="R7193da25d55240a6" /><Relationship Type="http://schemas.openxmlformats.org/officeDocument/2006/relationships/tableStyles" Target="/ppt/tableStyles.xml" Id="R6040fbe43ffc4ef7" /><Relationship Type="http://schemas.openxmlformats.org/officeDocument/2006/relationships/slide" Target="/ppt/slides/slide1.xml" Id="R1501bf7101a4419c" /><Relationship Type="http://schemas.openxmlformats.org/officeDocument/2006/relationships/slide" Target="/ppt/slides/slide2.xml" Id="R3deb34378d3b43d9" /><Relationship Type="http://schemas.openxmlformats.org/officeDocument/2006/relationships/slide" Target="/ppt/slides/slide3.xml" Id="R4447df4449c2489c" /><Relationship Type="http://schemas.openxmlformats.org/officeDocument/2006/relationships/slide" Target="/ppt/slides/slide4.xml" Id="R2fa644a2aeac48f0" /><Relationship Type="http://schemas.openxmlformats.org/officeDocument/2006/relationships/slide" Target="/ppt/slides/slide5.xml" Id="Rc4fb9552b514404a" /><Relationship Type="http://schemas.openxmlformats.org/officeDocument/2006/relationships/slide" Target="/ppt/slides/slide6.xml" Id="R5caf326998af4999" /><Relationship Type="http://schemas.openxmlformats.org/officeDocument/2006/relationships/slide" Target="/ppt/slides/slide7.xml" Id="R1d2c3e14ebb642ce" /><Relationship Type="http://schemas.openxmlformats.org/officeDocument/2006/relationships/slide" Target="/ppt/slides/slide8.xml" Id="Rdbe98975055d45ee" /><Relationship Type="http://schemas.openxmlformats.org/officeDocument/2006/relationships/slide" Target="/ppt/slides/slide9.xml" Id="R68ea15cf86d24737" /><Relationship Type="http://schemas.openxmlformats.org/officeDocument/2006/relationships/slide" Target="/ppt/slides/slide10.xml" Id="R632dd0558ca54b74" /><Relationship Type="http://schemas.openxmlformats.org/officeDocument/2006/relationships/slide" Target="/ppt/slides/slide11.xml" Id="Ra89d7b4c8948486d" /><Relationship Type="http://schemas.openxmlformats.org/officeDocument/2006/relationships/slide" Target="/ppt/slides/slide12.xml" Id="R3a7b1bc06159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fe8a25c4a5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c067d8ba94ecc" /><Relationship Type="http://schemas.openxmlformats.org/officeDocument/2006/relationships/notesMaster" Target="/ppt/notesMasters/notesMaster1.xml" Id="Rafa309d6a81e4d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a7c7c0b7f488b" /><Relationship Type="http://schemas.openxmlformats.org/officeDocument/2006/relationships/notesMaster" Target="/ppt/notesMasters/notesMaster1.xml" Id="R1d97cbba5b3a45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68ddf1d344e45" /><Relationship Type="http://schemas.openxmlformats.org/officeDocument/2006/relationships/notesMaster" Target="/ppt/notesMasters/notesMaster1.xml" Id="R8d3cd09eb12b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30498f5c64e57" /><Relationship Type="http://schemas.openxmlformats.org/officeDocument/2006/relationships/notesMaster" Target="/ppt/notesMasters/notesMaster1.xml" Id="R68489ed1a5764a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797ae4b3064a70" /><Relationship Type="http://schemas.openxmlformats.org/officeDocument/2006/relationships/notesMaster" Target="/ppt/notesMasters/notesMaster1.xml" Id="R09cc0304a86c4a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d9bed993f34b0e" /><Relationship Type="http://schemas.openxmlformats.org/officeDocument/2006/relationships/notesMaster" Target="/ppt/notesMasters/notesMaster1.xml" Id="R675fd7a069f2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5b5c31f2b4626" /><Relationship Type="http://schemas.openxmlformats.org/officeDocument/2006/relationships/notesMaster" Target="/ppt/notesMasters/notesMaster1.xml" Id="R538ba77c3b5a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b49fc21dbd47ee" /><Relationship Type="http://schemas.openxmlformats.org/officeDocument/2006/relationships/notesMaster" Target="/ppt/notesMasters/notesMaster1.xml" Id="R03d2b26ee95d4d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281cb01d074d58" /><Relationship Type="http://schemas.openxmlformats.org/officeDocument/2006/relationships/notesMaster" Target="/ppt/notesMasters/notesMaster1.xml" Id="R38606062054e43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e13f1b53674003" /><Relationship Type="http://schemas.openxmlformats.org/officeDocument/2006/relationships/notesMaster" Target="/ppt/notesMasters/notesMaster1.xml" Id="R5309e20955e042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62c4370fb54371" /><Relationship Type="http://schemas.openxmlformats.org/officeDocument/2006/relationships/notesMaster" Target="/ppt/notesMasters/notesMaster1.xml" Id="Rfd883b23bca746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5cb14031bb45ed" /><Relationship Type="http://schemas.openxmlformats.org/officeDocument/2006/relationships/notesMaster" Target="/ppt/notesMasters/notesMaster1.xml" Id="R752f789bd400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Computational Thinking and Python Basics. Learn how a computer follows explicit instructions and write a first Python program.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no prior coding knowledge. By the end, you will explain algorithms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algorithms, variables, expressions, syntax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input is stored in variables, transformed by expressions, and displayed as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variable: A named reference to a value. expression: Values and operators that produce a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Store a course price of 8000 and a 10% discount; calculate and print 7200.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7200.0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algorithm must terminate and produce the same result for the same stated inputs. `=` assigns a value; `==` asks whether two values are equal. Python evaluates `*` before `+`; parentheses make intended order explicit. Read an error from its final line, then inspect the reported file and line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https://github.com/curiousily/AI-Bootcamp/blob/master/01.python-essentials-for-ai.ipynb.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Reading `=` as mathematical equality instead of assignment. Treating an error message as a failure rather than diagnostic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Write a program that converts study minutes into hours and remaining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algorithms, variables, expressions, syntax errors. Verification evidence: Change the inputs, predict the output first, and confirm Python produces the predicted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3e457d11c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8c645d357f4bdc" /><Relationship Type="http://schemas.openxmlformats.org/officeDocument/2006/relationships/slideLayout" Target="/ppt/slideLayouts/slideLayout1.xml" Id="Rbc2d144eba9245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2d144eba9245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14c64f4bb4e8e" /><Relationship Type="http://schemas.openxmlformats.org/officeDocument/2006/relationships/image" Target="/ppt/media/image.png" Id="R6bf13bef8413481d" /><Relationship Type="http://schemas.openxmlformats.org/officeDocument/2006/relationships/image" Target="/ppt/media/image2.png" Id="R453ae423e14642db" /><Relationship Type="http://schemas.openxmlformats.org/officeDocument/2006/relationships/notesSlide" Target="/ppt/notesSlides/notesSlide1.xml" Id="R23cdc50fc10e41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61b28b924077" /><Relationship Type="http://schemas.openxmlformats.org/officeDocument/2006/relationships/notesSlide" Target="/ppt/notesSlides/notesSlide2.xml" Id="R3e62162f713a43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3df93ecc2437e" /><Relationship Type="http://schemas.openxmlformats.org/officeDocument/2006/relationships/notesSlide" Target="/ppt/notesSlides/notesSlide3.xml" Id="R0da7fb0c43a24d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5d10d64ba4f6c" /><Relationship Type="http://schemas.openxmlformats.org/officeDocument/2006/relationships/notesSlide" Target="/ppt/notesSlides/notesSlide4.xml" Id="R4b6284bc99724e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a1e3fa11743ec" /><Relationship Type="http://schemas.openxmlformats.org/officeDocument/2006/relationships/notesSlide" Target="/ppt/notesSlides/notesSlide5.xml" Id="Ra6939ca0d9cb4c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b63f1bae444d2" /><Relationship Type="http://schemas.openxmlformats.org/officeDocument/2006/relationships/notesSlide" Target="/ppt/notesSlides/notesSlide6.xml" Id="R5ba08e7f65624a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f2ebd06c7438f" /><Relationship Type="http://schemas.openxmlformats.org/officeDocument/2006/relationships/notesSlide" Target="/ppt/notesSlides/notesSlide7.xml" Id="R0a6c21742a1e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ce11c4154ff8" /><Relationship Type="http://schemas.openxmlformats.org/officeDocument/2006/relationships/notesSlide" Target="/ppt/notesSlides/notesSlide8.xml" Id="R646b84ebe89045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d2dcae0814260" /><Relationship Type="http://schemas.openxmlformats.org/officeDocument/2006/relationships/notesSlide" Target="/ppt/notesSlides/notesSlide9.xml" Id="Rc3aea26e9d4d4c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4040551b49c8" /><Relationship Type="http://schemas.openxmlformats.org/officeDocument/2006/relationships/notesSlide" Target="/ppt/notesSlides/notesSlide10.xml" Id="Rdc7f5e11654f4b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a7f7644a34c95" /><Relationship Type="http://schemas.openxmlformats.org/officeDocument/2006/relationships/notesSlide" Target="/ppt/notesSlides/notesSlide11.xml" Id="Rb3c55bdf04444a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cdce197d547e0" /><Relationship Type="http://schemas.openxmlformats.org/officeDocument/2006/relationships/image" Target="/ppt/media/image3.png" Id="R2c489cd504204d65" /><Relationship Type="http://schemas.openxmlformats.org/officeDocument/2006/relationships/notesSlide" Target="/ppt/notesSlides/notesSlide12.xml" Id="R9e7ab20d6bac46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559EC-89C9-4C95-B1BC-DFF0696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13bef8413481d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C85E-604A-4B5E-BB87-6995DB73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F36F5-CB96-4C3D-8983-3F4240C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01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950F5-EC76-40CC-9662-E84B3BAB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Computational Thinking and Python 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E961E-578B-4792-8D82-F0DF773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3F95D-BEA4-43DC-8D69-2E6C417D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Learn how a computer follows explicit instructions and write a first Python program.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ae423e14642db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8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070C7-CC57-4927-AFAA-C149CEE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2E871-A733-447F-A926-CF6D5BAA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32F9D-EC38-4286-A9A0-57C77C7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E7E9A-9D25-40FF-A7A0-DDA1287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EB8B9-C620-4B05-81E6-FAB3FA0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7ABA-7348-4F5E-86D2-C75AA71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54E5C-C3F5-4A38-B9E8-1ACEBB70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No prior coding knowledge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8BB6E-D314-4C94-BB5A-A1058EC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E5B9C-2075-4251-80FD-8746E40D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algorithms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20C46-C562-4409-BAA8-0DB1918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10CA6-D2EA-4014-9168-A9E360EB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variables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9908D-FB5D-4A38-A2FA-0D21FC20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2BFDC-7B20-4A4E-9047-D0B4136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syntax errors.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4C1F9-499D-4D9F-AC74-81415B96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E87E5-4020-4E2C-BE71-8C7C324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8100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0877A-D3C7-4F5F-9CBB-D25DBE2D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A5E56-BF73-4779-8B94-ECD62E34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E0C84-85F0-4EB5-9594-A56BF0F8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23188-E559-405C-9275-CAE4119D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F4264-68E3-4186-A74F-CD7B89D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0B452-1FEC-4507-82BA-922703CA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83418-EF96-438B-853E-391E454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Learn how a computer follows explicit instructions and write a first Python program.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DF578-7C00-4A4B-8336-DDFB4B9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64C7A-FCBE-4886-A3D8-32C81023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algorithms: An algorithm is a finite, ordered set of unambiguous steps that transforms an input into an output.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15A87-7F7B-406C-803A-4E2E1F1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FF49F-F0E3-4C63-9939-91AA18D1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variables: A variable is a name bound to a value so a program can reuse or replace that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85CBE-16FC-44B5-9F4E-970C4E3F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13DAB-A2F6-40CA-A733-75319F06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expressions: An expression combines values, variables, and operators to calculate a new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E8FAC-FB66-4C89-9FA7-85D7D23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10537-4643-494B-A9B7-93489B7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syntax errors: A syntax error means Python cannot parse the written instructions according to its grammar.</a:t>
            </a:r>
          </a:p>
        </p:txBody>
      </p:sp>
    </p:spTree>
    <p:extLst>
      <p:ext uri="{BB962C8B-B14F-4D97-AF65-F5344CB8AC3E}">
        <p14:creationId xmlns:p14="http://schemas.microsoft.com/office/powerpoint/2010/main" val="1801183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042AA-FF84-49BF-9AF0-91DFBF1B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AABD1-B7C3-4D03-8962-C4B66B3F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8280B-4E1B-4FB1-A6FE-602A0CA5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D16DE-6E2C-4F60-AAA4-D9AAD65D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5F2F1-E953-4620-B437-A833EE1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A816F-7BE0-4AF9-831A-C978472B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E93F9-B508-4EF8-BDF2-762750E0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959D-CCCB-4CF1-AEF4-3E4FFD69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0511C-BBEA-4950-99D1-4E02753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CD270-E973-4E10-A80E-C488A86A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AD61-6DF2-4802-B9E2-B61CE366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B9DAD-8E7A-4110-8528-27ED2B1A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6F2EF-3E2B-4CBC-AE8E-3998433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34311-F035-4152-B0D5-632475A3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41540-0933-4714-9176-04BFA202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6A748-4924-4548-89CB-A2396455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expressions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C9388-D85C-421D-83FC-47B2956B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99393-F71D-4D44-8D66-308A34C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33C80-997E-47C5-B1EC-E6CD44D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4B478-3626-492B-B5A8-3125E57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syntax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67D72-B0A0-4B5E-B368-CA7A25CD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An input is stored in variables, transformed by expressions, and displayed as output.</a:t>
            </a:r>
          </a:p>
        </p:txBody>
      </p:sp>
    </p:spTree>
    <p:extLst>
      <p:ext uri="{BB962C8B-B14F-4D97-AF65-F5344CB8AC3E}">
        <p14:creationId xmlns:p14="http://schemas.microsoft.com/office/powerpoint/2010/main" val="1254154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9C5BB-EF1A-414F-A2BE-09EF832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28169-32F8-4BA7-9EE5-0AF454A9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80707-958A-486A-8C71-35946E8B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11D8-10A8-49CF-A374-BD97F23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994A0-6AFB-4376-91F1-7BA426B0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86E9D-F334-4B07-8567-D2B816A1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5A4FF-2892-450C-A146-DA134A6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An input is stored in variables, transformed by expressions, and displayed as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C7C4A-9C1D-46B9-A3D0-568C55FA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54F20-C3E5-4275-8ED0-00EE0D2B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variable: A named reference to a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95725-2225-4162-AD4A-209048F8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6EAF8-D42B-48E9-91F5-52AE7B42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expression: Values and operators that produce a result.</a:t>
            </a:r>
          </a:p>
        </p:txBody>
      </p:sp>
    </p:spTree>
    <p:extLst>
      <p:ext uri="{BB962C8B-B14F-4D97-AF65-F5344CB8AC3E}">
        <p14:creationId xmlns:p14="http://schemas.microsoft.com/office/powerpoint/2010/main" val="608982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6CE01-D29B-4831-AD9F-1D87434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0A449-4281-4C39-964E-8B914D1E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0AE97-AB50-4EC5-AFCE-9016DD0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77F32-6101-49F5-8D1B-1F91DDAC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04B93-6F28-40C6-9490-8890B69A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789FC-2F82-43A6-B775-8EBAFA2F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Store a course price of 8000 and a 10% discount; calculate and print 7200.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56DD9-9ED5-494A-BE25-D2E9A04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3E560-6D11-47CE-9C7D-6D2E832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001CF-CC9D-4836-AD0F-3DB87E7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7622D-3C26-434A-BA9D-7CF92C48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2DE20-FA8D-45A7-AECD-6DA43B1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76A1E-C26D-4019-966E-EF17F4A5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D9FBC-9C4B-4A8A-B683-F17834E2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0A710-6E72-4BFB-84C9-CEF1453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EF904-B831-421F-A53D-FC9E5161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640763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B589-DFC1-430B-A2F1-68BDE8B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C9580-3708-4307-9C7F-185A4E3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8CA3-D8B5-486A-B7B6-B62BD61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34499-8B97-4960-BA85-10C7FE7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5C136-1F89-4C0C-8265-1A992002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6677D-B7DC-4ABB-96AC-1D8331D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174A0-8F5A-4626-9F85-99989C6E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6B8DC-21FC-48C6-9093-8FADB4B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ECA55-799E-403C-8D3F-DFF51BC1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1BF6F-2368-411D-953B-8B846761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A1DCF-79D5-46DE-892E-B601F808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price = 8000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discount_rate = 0.10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final_price = price - price * discount_rate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print(final_price)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0BBDD-E1F2-4F52-8488-CD4F4A9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42DDC-5B70-4C0C-AAC8-F4BDF81B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703EC-E90C-4B08-8E48-28783224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7200.0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A1874-29ED-4A46-8D9B-79DA9CF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59919-77F6-42B5-B896-0AA1DB26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1220101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37921-9CB4-42B9-B9D2-FB00940D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9405F-7E7F-48CB-AD51-63127D73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EDC5A-3436-4163-B0F2-848D4A1F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06A7A-E3F2-49ED-B99F-2B5F60AD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306DA-5700-43D8-B688-9B511B15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9E6DD-3F2F-4C94-92B7-9BF4CB0E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7F9CE-4D6C-436C-8756-E4C66454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11A48-208D-4777-83A6-DF62802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An algorithm must terminate and produce the same result for the same stated inputs.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4DB53-9A37-426C-99AD-D9E7561B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8ECB4-9326-4172-94D9-D8A2A0C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B71BD-2621-4202-AB35-76CC2B66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77A23-B7ED-4D8B-A9A2-45B04936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`=` assigns a value; `==` asks whether two values are equal.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C389F-2A20-4E26-B03C-88675FC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7132E-5E71-4C1D-96D9-B814512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A9778-ADC0-429D-9F13-3F580B7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6786B-3242-4575-A4DB-F91B922E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Python evaluates `*` before `+`; parentheses make intended order explicit.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BAD42-D772-45AE-947D-CF36C1E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EE095-4244-4770-816C-89949854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94756-4D51-4227-A32E-F2BF87D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D3B98-7259-4FE7-A680-191548B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Read an error from its final line, then inspect the reported file and line number.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4A24C-B8FF-413E-9971-BA56FFF2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2982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50AE6-3475-47B3-9CA9-97B0F24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D6FF2-B92C-4328-AAF0-7F0758E8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ECC03-F633-4F0D-B8F2-C8E9282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1064-8E3C-4738-BE1B-085C8B88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706AB-AD43-4626-97C2-7E1FC7AF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E2A5F-0AC9-4E1A-905B-6E657045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CFEEA-3C99-4C55-9786-E8B937B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497BE-5DE1-49B3-96B0-80E5A2E4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A2BCA-278F-477D-A71C-B0CB88D3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BB99E-5357-482E-AF7B-A6056E9E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F6E35-18B3-49E8-BFEB-3E78233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2828E-B358-4B5E-887D-207B001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81DE5-B9FA-489E-9E9E-84EEF15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49008-77E6-4176-A77E-C5FA7097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469DD-D9E7-4A67-BD3D-81D8E51B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933A0-E57F-476F-A2CF-46DAC463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expressions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CCCAB-AFBF-4497-958B-6230D130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1A72E-68BB-485F-A79A-BB0376EC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F090B-581C-4955-85E9-F1F1ADA5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1FF89-3F35-49B4-9C15-744781C3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syntax 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34E04-CB9D-49A0-9392-55E68E5B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https://github.com/curiousily/AI-Bootcamp/blob/master/01.python-essentials-for-ai.ipynb.</a:t>
            </a:r>
          </a:p>
        </p:txBody>
      </p:sp>
    </p:spTree>
    <p:extLst>
      <p:ext uri="{BB962C8B-B14F-4D97-AF65-F5344CB8AC3E}">
        <p14:creationId xmlns:p14="http://schemas.microsoft.com/office/powerpoint/2010/main" val="1062058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87974-F263-48D1-A026-EB245F1D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305DD-E564-4FD1-A5BE-EA5D06BD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B36F-4391-4291-92A6-83B5BE87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EC120-25EF-42A6-B7D5-8F1C7900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EA5AB-793E-4E6F-95DE-11A2DB51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00582-B687-4EB4-834B-3E2C1609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F2B12-DA03-4F2B-A094-C800D38D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45C11-1253-4966-B4AA-E01BAF57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Reading `=` as mathematical equality instead of assignment.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856B5-0B15-4B77-9F43-8851CBA5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86CD2-E89D-49E1-BDB7-D465351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3E7C3-9C0B-4B90-B1B5-F0FD951B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Treating an error message as a failure rather than diagnostic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22386-7ECB-4A46-8FDA-5160C16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5317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F4B2D-2446-48BE-AE17-0D224A47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DFD17-102A-4863-91B1-22F90E18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3857-3C37-409B-9CBC-17413A31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3BA69-C619-44EA-8724-90D7D09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679EE-BC29-4348-8567-E17A4E7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Write a program that converts study minutes into hours and remaining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44BA1-1192-486E-9F6F-6FD162C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1DBB7-645F-491F-AFC7-202D8BD7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2E535-0863-4241-91E3-258F3F32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B3F9F-B64C-4BDD-8E3B-E445FCA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0E30B-2853-47CE-883D-8AC3DA5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66621-DEAA-4328-9C2A-F40B532B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0D558-3B29-46B9-B38D-8946DD8E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9DDFE-A85A-42F3-A699-5955B48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3C281-2C6D-4017-B723-0AD1F3C0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1C2CE-3F10-406B-A5EA-2136416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4315F-90FF-4F5E-8E95-A47DBE8C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2068D-1B1C-4875-8CF5-C489A35B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7903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7CF6F-EA55-4245-AD35-47366D5C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M01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C0BAF-C78D-4630-921F-215CE87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Computational Thinking and Python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99842-030B-4250-811F-1982A278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0116A-BF6D-450A-B886-25E1FA01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9020F-8174-4532-83ED-0A7F14E0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92A8C-7D3A-4DDD-A6E2-EC9C96F2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B14A3-BC2E-4DF6-8751-41B0414C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algorithms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9A305-FE2C-4614-96EC-BEC65D67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2677D-9324-4242-A449-2EB8E5A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variables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CE1A5-9519-43B0-8EBF-4B37984A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A1F0A-E877-495E-9669-05669245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syntax errors.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7A5AC-E8A1-4D20-9632-6CC0199D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2E53C-7CA2-4B31-B337-FC3ECD92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runnable Python file with named inputs, a calculation, output, and comments explaining each line.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89cd504204d65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2026-07-28T16:53:09.4100000Z</dcterms:created>
  <dcterms:modified xsi:type="dcterms:W3CDTF">2026-07-28T16:53:09.4100000Z</dcterms:modified>
</coreProperties>
</file>