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31953ccd8249ae" /><Relationship Type="http://schemas.openxmlformats.org/officeDocument/2006/relationships/extended-properties" Target="/docProps/app.xml" Id="Rb24523252a354d01" /><Relationship Type="http://schemas.openxmlformats.org/officeDocument/2006/relationships/officeDocument" Target="/ppt/presentation.xml" Id="R08e86a32541d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3d1ebf2b24e54"/>
  </p:sldMasterIdLst>
  <p:notesMasterIdLst>
    <p:notesMasterId xmlns:r="http://schemas.openxmlformats.org/officeDocument/2006/relationships" r:id="R93037b9a6f784208"/>
  </p:notesMasterIdLst>
  <p:sldIdLst>
    <p:sldId xmlns:r="http://schemas.openxmlformats.org/officeDocument/2006/relationships" id="256" r:id="R6583b8c016a14188"/>
    <p:sldId xmlns:r="http://schemas.openxmlformats.org/officeDocument/2006/relationships" id="257" r:id="R09eb69deae014171"/>
    <p:sldId xmlns:r="http://schemas.openxmlformats.org/officeDocument/2006/relationships" id="258" r:id="R60a8b33cbe9e4505"/>
    <p:sldId xmlns:r="http://schemas.openxmlformats.org/officeDocument/2006/relationships" id="259" r:id="Rcb88d0bdccc24b3e"/>
    <p:sldId xmlns:r="http://schemas.openxmlformats.org/officeDocument/2006/relationships" id="260" r:id="Rae3f9b08440c451f"/>
    <p:sldId xmlns:r="http://schemas.openxmlformats.org/officeDocument/2006/relationships" id="261" r:id="Rb00417f3f7aa4e2b"/>
    <p:sldId xmlns:r="http://schemas.openxmlformats.org/officeDocument/2006/relationships" id="262" r:id="Ra2fc1d9e59784f94"/>
    <p:sldId xmlns:r="http://schemas.openxmlformats.org/officeDocument/2006/relationships" id="263" r:id="R5b653bb5af3449f6"/>
    <p:sldId xmlns:r="http://schemas.openxmlformats.org/officeDocument/2006/relationships" id="264" r:id="Rc9bc3090f3164f2a"/>
    <p:sldId xmlns:r="http://schemas.openxmlformats.org/officeDocument/2006/relationships" id="265" r:id="Reba048cbffff4011"/>
    <p:sldId xmlns:r="http://schemas.openxmlformats.org/officeDocument/2006/relationships" id="266" r:id="Rea256edf6d854e7d"/>
    <p:sldId xmlns:r="http://schemas.openxmlformats.org/officeDocument/2006/relationships" id="267" r:id="R1603524af229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dca2117cf84368" /><Relationship Type="http://schemas.openxmlformats.org/officeDocument/2006/relationships/slideMaster" Target="/ppt/slideMasters/slideMaster1.xml" Id="R14d3d1ebf2b24e54" /><Relationship Type="http://schemas.openxmlformats.org/officeDocument/2006/relationships/notesMaster" Target="/ppt/notesMasters/notesMaster1.xml" Id="R93037b9a6f784208" /><Relationship Type="http://schemas.openxmlformats.org/officeDocument/2006/relationships/presProps" Target="/ppt/presProps.xml" Id="Rc9a861fcf0ca4896" /><Relationship Type="http://schemas.openxmlformats.org/officeDocument/2006/relationships/tableStyles" Target="/ppt/tableStyles.xml" Id="R666ab61f7eeb4af5" /><Relationship Type="http://schemas.openxmlformats.org/officeDocument/2006/relationships/slide" Target="/ppt/slides/slide1.xml" Id="R6583b8c016a14188" /><Relationship Type="http://schemas.openxmlformats.org/officeDocument/2006/relationships/slide" Target="/ppt/slides/slide2.xml" Id="R09eb69deae014171" /><Relationship Type="http://schemas.openxmlformats.org/officeDocument/2006/relationships/slide" Target="/ppt/slides/slide3.xml" Id="R60a8b33cbe9e4505" /><Relationship Type="http://schemas.openxmlformats.org/officeDocument/2006/relationships/slide" Target="/ppt/slides/slide4.xml" Id="Rcb88d0bdccc24b3e" /><Relationship Type="http://schemas.openxmlformats.org/officeDocument/2006/relationships/slide" Target="/ppt/slides/slide5.xml" Id="Rae3f9b08440c451f" /><Relationship Type="http://schemas.openxmlformats.org/officeDocument/2006/relationships/slide" Target="/ppt/slides/slide6.xml" Id="Rb00417f3f7aa4e2b" /><Relationship Type="http://schemas.openxmlformats.org/officeDocument/2006/relationships/slide" Target="/ppt/slides/slide7.xml" Id="Ra2fc1d9e59784f94" /><Relationship Type="http://schemas.openxmlformats.org/officeDocument/2006/relationships/slide" Target="/ppt/slides/slide8.xml" Id="R5b653bb5af3449f6" /><Relationship Type="http://schemas.openxmlformats.org/officeDocument/2006/relationships/slide" Target="/ppt/slides/slide9.xml" Id="Rc9bc3090f3164f2a" /><Relationship Type="http://schemas.openxmlformats.org/officeDocument/2006/relationships/slide" Target="/ppt/slides/slide10.xml" Id="Reba048cbffff4011" /><Relationship Type="http://schemas.openxmlformats.org/officeDocument/2006/relationships/slide" Target="/ppt/slides/slide11.xml" Id="Rea256edf6d854e7d" /><Relationship Type="http://schemas.openxmlformats.org/officeDocument/2006/relationships/slide" Target="/ppt/slides/slide12.xml" Id="R1603524af229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30d956c0f1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43e62ded24422" /><Relationship Type="http://schemas.openxmlformats.org/officeDocument/2006/relationships/notesMaster" Target="/ppt/notesMasters/notesMaster1.xml" Id="R8738349792a5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867167b144f12" /><Relationship Type="http://schemas.openxmlformats.org/officeDocument/2006/relationships/notesMaster" Target="/ppt/notesMasters/notesMaster1.xml" Id="Re6568efc67df49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b9b4fee0a4fbf" /><Relationship Type="http://schemas.openxmlformats.org/officeDocument/2006/relationships/notesMaster" Target="/ppt/notesMasters/notesMaster1.xml" Id="R019136fbcbb7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4d6c0b4634c06" /><Relationship Type="http://schemas.openxmlformats.org/officeDocument/2006/relationships/notesMaster" Target="/ppt/notesMasters/notesMaster1.xml" Id="R867f80665667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85431e51864378" /><Relationship Type="http://schemas.openxmlformats.org/officeDocument/2006/relationships/notesMaster" Target="/ppt/notesMasters/notesMaster1.xml" Id="R929f374e912c41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51ef88122541f7" /><Relationship Type="http://schemas.openxmlformats.org/officeDocument/2006/relationships/notesMaster" Target="/ppt/notesMasters/notesMaster1.xml" Id="R17b55663de5c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8285e46a5426f" /><Relationship Type="http://schemas.openxmlformats.org/officeDocument/2006/relationships/notesMaster" Target="/ppt/notesMasters/notesMaster1.xml" Id="R22111bf5f0b547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d3d47c9bd485c" /><Relationship Type="http://schemas.openxmlformats.org/officeDocument/2006/relationships/notesMaster" Target="/ppt/notesMasters/notesMaster1.xml" Id="Rc55794d28d4b4a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60b5391e2848b3" /><Relationship Type="http://schemas.openxmlformats.org/officeDocument/2006/relationships/notesMaster" Target="/ppt/notesMasters/notesMaster1.xml" Id="Ra3c5f50df2f94e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08f65113049c3" /><Relationship Type="http://schemas.openxmlformats.org/officeDocument/2006/relationships/notesMaster" Target="/ppt/notesMasters/notesMaster1.xml" Id="R4c3ab0e7aa504a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4da3876cca47c4" /><Relationship Type="http://schemas.openxmlformats.org/officeDocument/2006/relationships/notesMaster" Target="/ppt/notesMasters/notesMaster1.xml" Id="Rddc2783ffb9d4b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96c14229a34eb6" /><Relationship Type="http://schemas.openxmlformats.org/officeDocument/2006/relationships/notesMaster" Target="/ppt/notesMasters/notesMaster1.xml" Id="R04c2d4b80523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Analysis with NumPy and Pandas. Move from individual Python values to arrays and tables that describe a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python collections, conditions, loops, and functions. By the end, you will explain arrays and shapes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arrays and shapes, DataFrames, filtering and grouping, missing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applies one operation across shaped numerical arrays; Pandas labels rows and columns for tabular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shape: The length of every array axis. row: One observation. column: One measured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Calculate the mean of three scores, then group a four-row table by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course</a:t>
            </a:r>
          </a:p>
          <a:p xmlns:a="http://schemas.openxmlformats.org/drawingml/2006/main">
            <a:r>
              <a:t>AI     80.0</a:t>
            </a:r>
          </a:p>
          <a:p xmlns:a="http://schemas.openxmlformats.org/drawingml/2006/main">
            <a:r>
              <a:t>Web    60.0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row must have a declared grain, such as one student, transaction, or day. Axis 0 moves down rows; axis 1 moves across columns in a two-dimensional table. A boolean mask contains one True/False decision per row and supports transparent filtering. Missing values require a reasoned policy: retain, impute, exclude, or collect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https://github.com/curiousily/AI-Bootcamp/blob/master/01.python-essentials-for-ai.ipynb.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Applying an operation along the wrong array or DataFrame axis and misreading the result. Dropping missing rows without explaining what information is lost.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Load a small CSV, inspect its shape, filter valid rows, and calculate grouped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arrays and shapes, DataFrames, filtering and grouping, missing values. Verification evidence: Report the input and output shapes and independently check one grouped result by hand.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eda9b2000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5efef72bf4ad9" /><Relationship Type="http://schemas.openxmlformats.org/officeDocument/2006/relationships/slideLayout" Target="/ppt/slideLayouts/slideLayout1.xml" Id="Rba7f3b37f2fc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f3b37f2fc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56bab6ea949d7" /><Relationship Type="http://schemas.openxmlformats.org/officeDocument/2006/relationships/image" Target="/ppt/media/image.png" Id="R58244e1eeb33478b" /><Relationship Type="http://schemas.openxmlformats.org/officeDocument/2006/relationships/image" Target="/ppt/media/image2.png" Id="Ra8419354e2114f73" /><Relationship Type="http://schemas.openxmlformats.org/officeDocument/2006/relationships/notesSlide" Target="/ppt/notesSlides/notesSlide1.xml" Id="R1a15eac479d542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efcda38b94626" /><Relationship Type="http://schemas.openxmlformats.org/officeDocument/2006/relationships/notesSlide" Target="/ppt/notesSlides/notesSlide2.xml" Id="Rf0257231283746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62bc97dd34b9e" /><Relationship Type="http://schemas.openxmlformats.org/officeDocument/2006/relationships/notesSlide" Target="/ppt/notesSlides/notesSlide3.xml" Id="Rab9ed5e8f2be44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bf378a804f63" /><Relationship Type="http://schemas.openxmlformats.org/officeDocument/2006/relationships/notesSlide" Target="/ppt/notesSlides/notesSlide4.xml" Id="Re5fbca2cdf4444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940f7bfe04629" /><Relationship Type="http://schemas.openxmlformats.org/officeDocument/2006/relationships/notesSlide" Target="/ppt/notesSlides/notesSlide5.xml" Id="R1fdabc2c2386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9ecfa4464a6d" /><Relationship Type="http://schemas.openxmlformats.org/officeDocument/2006/relationships/notesSlide" Target="/ppt/notesSlides/notesSlide6.xml" Id="Re3842d9caa2145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cb5bd45314fae" /><Relationship Type="http://schemas.openxmlformats.org/officeDocument/2006/relationships/notesSlide" Target="/ppt/notesSlides/notesSlide7.xml" Id="R0ce4e37fabec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7efac3e2c4de5" /><Relationship Type="http://schemas.openxmlformats.org/officeDocument/2006/relationships/notesSlide" Target="/ppt/notesSlides/notesSlide8.xml" Id="Rb00a9390f3024f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35a699444b80" /><Relationship Type="http://schemas.openxmlformats.org/officeDocument/2006/relationships/notesSlide" Target="/ppt/notesSlides/notesSlide9.xml" Id="R08c2d57ecaf1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199171be749e4" /><Relationship Type="http://schemas.openxmlformats.org/officeDocument/2006/relationships/notesSlide" Target="/ppt/notesSlides/notesSlide10.xml" Id="Rc341d11088e241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a578ae08b481f" /><Relationship Type="http://schemas.openxmlformats.org/officeDocument/2006/relationships/notesSlide" Target="/ppt/notesSlides/notesSlide11.xml" Id="Rb7f0ffe4f491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b47177316441f" /><Relationship Type="http://schemas.openxmlformats.org/officeDocument/2006/relationships/image" Target="/ppt/media/image3.png" Id="R930303657aa248b5" /><Relationship Type="http://schemas.openxmlformats.org/officeDocument/2006/relationships/notesSlide" Target="/ppt/notesSlides/notesSlide12.xml" Id="Rdb61d8b7552545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770A9-9377-4595-96EA-DBF48D2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44e1eeb33478b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837-7339-48C1-8C28-7A5962C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BCE0-259E-42A4-8105-74C1BAC7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03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54B59-9E5A-4414-AD56-567973D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Data Analysis with NumPy and Pandas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C4BAB-0559-40D5-A77D-F352C375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D4A0F-DC60-4FBD-AA62-076CEE2B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Move from individual Python values to arrays and tables that describe a dataset.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19354e2114f73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34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CFC69-61C8-422E-AFBC-0BEC806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9898C-E0DC-4953-911E-2595AD7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AAAE7-8A4B-4B79-8F43-ED3DABEC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19411-CC37-4BD0-9B46-78BE3F6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96C88-1320-4A1A-BB22-34ED840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8E8AF-DFF6-4389-B691-91C4643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E0631-CF3F-4355-889F-0CE55C0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Python collections, conditions, loops, and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8F23A-5874-4FB1-92B0-3662675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DEFD-E922-4775-BFC3-DD72E6E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arrays and shapes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C61E4-CFF6-4DFF-B8E3-8DCB8DD4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43783-3A8B-4D35-94ED-E1ED2C85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DataFrames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718AE-D580-4A79-9AB9-AE7E8FC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1F43C-F36A-4804-A437-5AEA4B6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missing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77F14-A0A8-41CA-A741-32F10C6C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3F825-A2F9-425B-B3F0-218B19F3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4623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CF645-43A4-4014-B596-A4BD1390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7ABB5-F929-45EB-8A82-DECB6B15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AC27-1FB2-44A2-899A-5E02319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8D212-E59C-4336-96E2-B1700AB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6332A-D5B8-4474-83CE-F5AB0B1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CB7E9-1124-489C-9CD2-80191FAE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5E0A8-DB75-4930-AB0A-4E11ADD3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Move from individual Python values to arrays and tables that describe a dataset.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50C65-A4D4-487A-A7FD-731046EA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C5610-C94C-41E3-B018-3F7E535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arrays and shapes: An array stores same-type values along axes; its shape gives the length of each axis.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A2BB-1E5D-405E-AD30-7E2931E5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F0ED1-81DC-4A27-90C9-58568A8E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DataFrames: A DataFrame is a labelled two-dimensional table whose rows are observations and columns are variables.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E4F15-58B2-49D1-8340-EB813CFB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C3090-BCE8-4D25-9916-689F58A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filtering and grouping: Filtering selects rows by a condition; grouping partitions rows before applying an aggregation.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0D279-88FA-42DB-8B92-5785BF2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5D9D5-BE0B-47A4-8DF7-2C60861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missing values: Missing values encode absent observations whose cause and handling can materially change an analysis.</a:t>
            </a:r>
          </a:p>
        </p:txBody>
      </p:sp>
    </p:spTree>
    <p:extLst>
      <p:ext uri="{BB962C8B-B14F-4D97-AF65-F5344CB8AC3E}">
        <p14:creationId xmlns:p14="http://schemas.microsoft.com/office/powerpoint/2010/main" val="2110124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CFB0A-F792-4C98-9881-B778E6B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51E84-79EA-4ACD-9666-5DF9728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12C9-554A-49B5-9EDD-8C35E14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CE74-FB4A-4438-9332-74B591F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90BA-31D6-4ED7-8C1D-2E640B6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4C907-7183-4FE0-BDAF-BF216A3A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43C9D-3461-43EA-899F-F62D686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012EF-4F81-47BE-BF0A-1CDCC87B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arrays and shapes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7C1D0-A7EB-462F-9ADD-4A23EA8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A2F22-9713-4420-B8A0-ACBC468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8F694-8D52-4997-947D-0FFF09FC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A0406-1DD2-40DD-84CD-0BB25FC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DataFrames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F3E0C-CBE1-430D-93FE-80586AC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9DF3E-D85D-4108-BEA1-5240587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1101D-61BE-44C4-A9B7-2838986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42297-1A98-4FA0-896B-B137E522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filtering and grouping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C3B63-7086-4E5B-A982-0ACFB337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DACF7-45E6-465A-9A9F-98108B2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1B9D8-472D-40A1-B834-24A467D6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ADF1D-3537-4244-8A55-B795CF1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BF37F-2AD9-4BD3-9F22-90956DE6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NumPy applies one operation across shaped numerical arrays; Pandas labels rows and columns for tabular analysis.</a:t>
            </a:r>
          </a:p>
        </p:txBody>
      </p:sp>
    </p:spTree>
    <p:extLst>
      <p:ext uri="{BB962C8B-B14F-4D97-AF65-F5344CB8AC3E}">
        <p14:creationId xmlns:p14="http://schemas.microsoft.com/office/powerpoint/2010/main" val="125495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79A21-29D4-42C4-807E-D5233AB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AE7DE-D475-4687-B225-49F3F99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E6CBD-843A-408B-BD3E-2C5B3647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B10F-82A0-4368-9F0C-8C544595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3F5E1-23B8-47C3-B9B5-E719ED3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D55E3-E776-4907-8A24-051DE4B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E59C0-542A-4F5A-AA29-F216401E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NumPy applies one operation across shaped numerical arrays; Pandas labels rows and columns for tabular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DD861-8052-4591-A688-E5DDE696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5FE91-6D36-4BE8-A89C-C567DCD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shape: The length of every array axis.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3C4E4-BCEC-44D3-80A1-72627B3F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A824E-F404-4E5B-8184-ACC1083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row: One observation.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F179F-4B5E-4034-8441-11CEDC7E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FD921-8E4F-4CC4-95CF-B72D366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column: One measured variable.</a:t>
            </a:r>
          </a:p>
        </p:txBody>
      </p:sp>
    </p:spTree>
    <p:extLst>
      <p:ext uri="{BB962C8B-B14F-4D97-AF65-F5344CB8AC3E}">
        <p14:creationId xmlns:p14="http://schemas.microsoft.com/office/powerpoint/2010/main" val="1916180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84DDC-6D9B-42B8-A9CC-88426906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510B-09FA-4E81-94B4-D9D4754F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B637F-A076-479D-87C0-C0F6EDA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74727-6387-4896-AF60-8AB10351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4804A-A25B-40DA-ADC5-2A927CC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B20F5-C351-4CC2-98C9-A6597AC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Calculate the mean of three scores, then group a four-row table by course.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A6485-D0AC-45AD-A848-64EBA5A0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B6613-B8E5-4E2A-8659-69D7F2A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5BF51-E737-4237-BA81-A095EDF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43862-0A0C-4E37-9815-B1FC5761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91688-8A16-4EB0-B0F1-5AE7CE1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02984-EC6F-4ACA-A61C-77EFBDC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851CA-AB39-4A8B-A207-72819554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A95FA-5BB9-4828-B516-4E80924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A18FE-72D0-49C1-8891-296B6D80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972405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E1EEF-0E04-4A2F-810B-317A0D1B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48C0A-6582-48D2-895C-8C159A0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70DEE-3D19-4BA9-8EA5-9456828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4A323-0CC4-4B69-9BA7-9199C75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D8309-1CED-4EE0-93EE-1AD70F3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EC5B2-2799-4C8D-AC48-F447945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724C6-F382-4EDE-AC73-90708498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D0273-AEE3-48D8-B78B-ACAB465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1266A-B19D-40A0-A9BA-BABF05A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3ED0A-6160-4A3B-A848-FB255380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7BF0E-45C4-48AD-8967-7755AA5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pandas as pd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df = pd.DataFrame({"course": ["AI", "AI", "Web"], "score": [70, 90, 60]})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print(df.groupby("course")["score"].mean())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B9134-57FE-48F2-A94A-66A9461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98421-B04B-4BF7-B8BA-4E03234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F4618-8FC7-499E-B818-388BB6F8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course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AI     80.0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Web    60.0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4EB2E-B5BA-4A2D-BA0B-2C1410E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770D9-E567-4C5F-907E-927929B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843039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FCF4C-9163-4445-9B53-DFD5EB9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25AD3-F021-4A29-9731-BF1BBE91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701B4-0D8E-4182-8197-F4CCECA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9227A-26C4-42B4-AEB3-8C22B22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4E0F2-83FE-4923-8F61-D0F0C217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60478-9B86-4841-862C-0249FEB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79899-7F28-40B1-BEEB-92818E6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093B5-CFC4-4539-819C-31FBB67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One row must have a declared grain, such as one student, transaction, or 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6973D-575F-484B-81E7-A05BA08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6ED7-B30F-4E5A-806A-26C76EAF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7E852-A3CC-49AF-91B3-756E9C5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0618-9B50-48AE-856B-E5390A92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Axis 0 moves down rows; axis 1 moves across columns in a two-dimensional 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FDFC4-CCB1-4F47-861D-D932CAE9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EBD1C-9FA2-4A6A-8B87-B7021D2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C4CD9-14F2-4724-8423-AFAB127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5351F-F4B2-46CB-98AD-1EF0F89B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boolean mask contains one True/False decision per row and supports transparent filtering.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57973-D935-4E50-9A7F-AF85D497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4420F-6919-47C7-B443-E15B440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4DDBC-CD7D-4133-A285-35581B0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8C25A-1851-4A9D-AAAA-DB98CD6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Missing values require a reasoned policy: retain, impute, exclude, or collect again.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27500-F7BF-4B49-A940-4C881DC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5064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77140-0C5D-448A-A621-562AFA98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A281A-01E2-4209-B0DD-50FB8FB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D935F-4507-4579-B920-EA6E7BB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7487-CEAD-4B97-9458-9D37CB2E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4036D-D129-4D6C-8EC9-DD8E3B9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72A3-171A-4D30-94D3-DFD1A35C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4DB8-A344-49D1-92E1-08097D7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FFE6C-9786-41BB-AAD1-31440CD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arrays and shapes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02285-D0D8-4D6F-875A-4257C3ED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9A47B-73BB-4DE3-9D88-83443D7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FFBEF-723F-4024-AE8E-9ABDF42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68909-50EC-4B32-A562-3A31C90F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DataFrames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8E5A6-0613-44F4-896C-F1F066E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73E14-AA3A-4CE8-9B83-9DBFBBE7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9B79E-A9C4-4C10-9889-C55C6D1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BB072-33EF-4617-9A42-CC03190C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filtering and grouping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1C3A9-B456-413C-BE7C-716A4D6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F0136-3C1A-44B2-A00B-C460BA2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B9BCB-E04F-4ABA-8CFB-8920351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15313-65D2-4F97-A32C-0B0F16F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64336-C978-4881-9379-08C43B1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https://github.com/curiousily/AI-Bootcamp/blob/master/01.python-essentials-for-ai.ipynb.</a:t>
            </a:r>
          </a:p>
        </p:txBody>
      </p:sp>
    </p:spTree>
    <p:extLst>
      <p:ext uri="{BB962C8B-B14F-4D97-AF65-F5344CB8AC3E}">
        <p14:creationId xmlns:p14="http://schemas.microsoft.com/office/powerpoint/2010/main" val="441889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CD663-D59C-4CF0-839D-FDEB2D96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98947-AD7C-4002-98B8-CF8CC099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30756-7746-4930-BE87-EDBBAEE7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125C4-F347-4480-BEF1-95A6A7E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7ABAD-53EB-472B-8450-CDE8D7DE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7DA51-8876-4585-A14C-BC6A9F6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F35E6-CF6C-4622-8749-ED0907D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E3B27-51AE-4B1E-947D-D7B72CF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Applying an operation along the wrong array or DataFrame axis and misreading the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0A03B-E38B-4BD5-ADDF-870F9650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B580C-0030-4142-B0B5-0AA12F66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8F140-3858-4227-B373-5F8683E6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Dropping missing rows without explaining what information is lost.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F4EF7-AB6B-43FF-A032-19E668DE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2403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8A481-4DC7-4A34-986A-67D2E4F1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A02B0-33A8-46EB-9AFF-C1311B6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3A1DC-DE32-4EC0-AB1A-A8D55F01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944AE-3A7A-4A85-9B4F-D4FF5CF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69467-84FA-486A-94B2-918A0342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Load a small CSV, inspect its shape, filter valid rows, and calculate grouped summaries.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48FEC-868D-46C6-BD66-235519DC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5ED4F-A23A-4DF0-9A3F-58B2EC7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338DD-9EF7-4517-9B75-464389E5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F78F9-3A05-426E-A110-EB21DD8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E9A74-AE7C-4C10-B1E1-53C305A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CE2F7-CE2E-4F2C-8C36-83388BE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6B598-E5EA-4A7D-BF53-19D9618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19AF7-88B7-45DB-B17E-6E84FD4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15CB0-1410-4036-BE41-1D0E26B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110FD-6183-4874-9C99-4F76CAF5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E4112-1BD0-4F96-BBE3-513001C5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9B8EA-D53E-43F8-8C8C-B74F094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812814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49BCD-9134-4EA2-A009-A8E56D90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8F849-C446-496C-870C-A6B87C9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Data Analysis with NumPy and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2EDB7-004B-4DBE-BADF-672C94CA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6B4A-6587-44CB-ACB0-F8BF39D0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218CF-D37B-4D64-94E5-00B7811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11B4C-3218-48E7-874C-0034F1EE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9A739-4199-445F-9E52-92665FD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arrays and shapes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54C05-4CDA-4E4A-999E-B0F9433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B94B9-7299-42A3-BB0C-3AE7483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DataFrames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4E994-FBD3-43A3-9D03-14A3C76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93A2D-422B-48A8-820E-C8D1376E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missing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62396-09F3-42DF-93B5-81CCCBF7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8F48C-A43B-4622-8AF4-26C87022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notebook that explains row grain, column meanings, filters, missing values, and two grouped results.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303657aa248b5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70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2026-07-28T16:53:11.2440000Z</dcterms:created>
  <dcterms:modified xsi:type="dcterms:W3CDTF">2026-07-28T16:53:11.2440000Z</dcterms:modified>
</coreProperties>
</file>