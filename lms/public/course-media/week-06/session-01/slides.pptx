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c9e40814d45f6" /><Relationship Type="http://schemas.openxmlformats.org/officeDocument/2006/relationships/extended-properties" Target="/docProps/app.xml" Id="R465b799fd4694955" /><Relationship Type="http://schemas.openxmlformats.org/officeDocument/2006/relationships/officeDocument" Target="/ppt/presentation.xml" Id="R15cf8fd1185748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547be2cee342f2"/>
  </p:sldMasterIdLst>
  <p:notesMasterIdLst>
    <p:notesMasterId xmlns:r="http://schemas.openxmlformats.org/officeDocument/2006/relationships" r:id="R01b1a72198de4163"/>
  </p:notesMasterIdLst>
  <p:sldIdLst>
    <p:sldId xmlns:r="http://schemas.openxmlformats.org/officeDocument/2006/relationships" id="256" r:id="R048aac8eb1cc4f1b"/>
    <p:sldId xmlns:r="http://schemas.openxmlformats.org/officeDocument/2006/relationships" id="257" r:id="Ra0704af0373f4c75"/>
    <p:sldId xmlns:r="http://schemas.openxmlformats.org/officeDocument/2006/relationships" id="258" r:id="R29bcef107f1a414f"/>
    <p:sldId xmlns:r="http://schemas.openxmlformats.org/officeDocument/2006/relationships" id="259" r:id="R8943ce8c757045e0"/>
    <p:sldId xmlns:r="http://schemas.openxmlformats.org/officeDocument/2006/relationships" id="260" r:id="R17687f9ea3664432"/>
    <p:sldId xmlns:r="http://schemas.openxmlformats.org/officeDocument/2006/relationships" id="261" r:id="R910fed2835bc44f6"/>
    <p:sldId xmlns:r="http://schemas.openxmlformats.org/officeDocument/2006/relationships" id="262" r:id="R0198a5a4243843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7bac0fd18e4eab" /><Relationship Type="http://schemas.openxmlformats.org/officeDocument/2006/relationships/slideMaster" Target="/ppt/slideMasters/slideMaster1.xml" Id="R79547be2cee342f2" /><Relationship Type="http://schemas.openxmlformats.org/officeDocument/2006/relationships/notesMaster" Target="/ppt/notesMasters/notesMaster1.xml" Id="R01b1a72198de4163" /><Relationship Type="http://schemas.openxmlformats.org/officeDocument/2006/relationships/presProps" Target="/ppt/presProps.xml" Id="R8ce964d74e1345f3" /><Relationship Type="http://schemas.openxmlformats.org/officeDocument/2006/relationships/tableStyles" Target="/ppt/tableStyles.xml" Id="R598c9a5dba5f4abf" /><Relationship Type="http://schemas.openxmlformats.org/officeDocument/2006/relationships/slide" Target="/ppt/slides/slide1.xml" Id="R048aac8eb1cc4f1b" /><Relationship Type="http://schemas.openxmlformats.org/officeDocument/2006/relationships/slide" Target="/ppt/slides/slide2.xml" Id="Ra0704af0373f4c75" /><Relationship Type="http://schemas.openxmlformats.org/officeDocument/2006/relationships/slide" Target="/ppt/slides/slide3.xml" Id="R29bcef107f1a414f" /><Relationship Type="http://schemas.openxmlformats.org/officeDocument/2006/relationships/slide" Target="/ppt/slides/slide4.xml" Id="R8943ce8c757045e0" /><Relationship Type="http://schemas.openxmlformats.org/officeDocument/2006/relationships/slide" Target="/ppt/slides/slide5.xml" Id="R17687f9ea3664432" /><Relationship Type="http://schemas.openxmlformats.org/officeDocument/2006/relationships/slide" Target="/ppt/slides/slide6.xml" Id="R910fed2835bc44f6" /><Relationship Type="http://schemas.openxmlformats.org/officeDocument/2006/relationships/slide" Target="/ppt/slides/slide7.xml" Id="R0198a5a4243843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c2d1895c214b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e82b12d3db4598" /><Relationship Type="http://schemas.openxmlformats.org/officeDocument/2006/relationships/notesMaster" Target="/ppt/notesMasters/notesMaster1.xml" Id="R5820e437845145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660b8b2f994c7f" /><Relationship Type="http://schemas.openxmlformats.org/officeDocument/2006/relationships/notesMaster" Target="/ppt/notesMasters/notesMaster1.xml" Id="R869b255a8ab040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82e6414d424070" /><Relationship Type="http://schemas.openxmlformats.org/officeDocument/2006/relationships/notesMaster" Target="/ppt/notesMasters/notesMaster1.xml" Id="R26ad6445cefd49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1c3f4e15f0444c" /><Relationship Type="http://schemas.openxmlformats.org/officeDocument/2006/relationships/notesMaster" Target="/ppt/notesMasters/notesMaster1.xml" Id="R09e55f5b5d984a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8f6a2ea8454373" /><Relationship Type="http://schemas.openxmlformats.org/officeDocument/2006/relationships/notesMaster" Target="/ppt/notesMasters/notesMaster1.xml" Id="Rb12f91c4102644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8fbfca45e2453d" /><Relationship Type="http://schemas.openxmlformats.org/officeDocument/2006/relationships/notesMaster" Target="/ppt/notesMasters/notesMaster1.xml" Id="R339594e9f0ea45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12340b39f8487a" /><Relationship Type="http://schemas.openxmlformats.org/officeDocument/2006/relationships/notesMaster" Target="/ppt/notesMasters/notesMaster1.xml" Id="R27baac6f94e541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simulates future use. We define the deployment boundary first, tune only inside training data, and keep one final test untouched.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6, session 1: Validation, Cross-Validation and Tuning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Choose splits that reflect future use. Tune without contaminating the test set. Search hyperparameters within a reproducible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Validation, Cross-Validation and Tuning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holdout, cross-validation, time splits, hyperparameters.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Validation, Cross-Validation and Tuning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Validation, Cross-Validation and Tuning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Validation, Cross-Validation and Tuning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validation protocol and reproducible tuning run.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simulates future use. We define the deployment boundary first, tune only inside training data, and keep one final test untouched.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Validation, Cross-Validation and Tuning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bc0ab0a5040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b509ac61014ca3" /><Relationship Type="http://schemas.openxmlformats.org/officeDocument/2006/relationships/slideLayout" Target="/ppt/slideLayouts/slideLayout1.xml" Id="R1e0eb12e78e74c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0eb12e78e74c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e3014f9ab4b53" /><Relationship Type="http://schemas.openxmlformats.org/officeDocument/2006/relationships/image" Target="/ppt/media/image.png" Id="R647bfa4821fa4977" /><Relationship Type="http://schemas.openxmlformats.org/officeDocument/2006/relationships/image" Target="/ppt/media/image2.png" Id="Re41c8d24a9534097" /><Relationship Type="http://schemas.openxmlformats.org/officeDocument/2006/relationships/notesSlide" Target="/ppt/notesSlides/notesSlide1.xml" Id="Rd4a28c4dea7745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c776e1e0841d7" /><Relationship Type="http://schemas.openxmlformats.org/officeDocument/2006/relationships/notesSlide" Target="/ppt/notesSlides/notesSlide2.xml" Id="Rd9921ef1c522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157616b704b3f" /><Relationship Type="http://schemas.openxmlformats.org/officeDocument/2006/relationships/notesSlide" Target="/ppt/notesSlides/notesSlide3.xml" Id="R0d3c6eb9c88d4f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ad0acd4664e71" /><Relationship Type="http://schemas.openxmlformats.org/officeDocument/2006/relationships/notesSlide" Target="/ppt/notesSlides/notesSlide4.xml" Id="Rbe7b782e77e24b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a7b54368c404d" /><Relationship Type="http://schemas.openxmlformats.org/officeDocument/2006/relationships/notesSlide" Target="/ppt/notesSlides/notesSlide5.xml" Id="R053d231197ff48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62fa834f74dd2" /><Relationship Type="http://schemas.openxmlformats.org/officeDocument/2006/relationships/notesSlide" Target="/ppt/notesSlides/notesSlide6.xml" Id="R6390e098bf8c4f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c585a659e493b" /><Relationship Type="http://schemas.openxmlformats.org/officeDocument/2006/relationships/notesSlide" Target="/ppt/notesSlides/notesSlide7.xml" Id="R5c94082f630d4d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7BB5E-AACA-462D-8397-BE7F7E9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C343B-5980-432E-BD0B-4421E3AA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bfa4821fa4977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0CBA4-395E-46B2-81DE-6ABE0F87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06  ·  SESSION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5DD90-FD55-4281-890D-5C27F54E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Validation, Cross-Validation and Tuning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BF55B-51E4-4B73-A7EA-F0135413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823F6-1C4B-4EC1-9471-FEF39084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Make model decisions with valid boundaries and decision-aware metrics.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c8d24a9534097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23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D0AB82-FC5D-4E8E-BFB9-8360D8B8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4F9CB-B2FF-45BD-9B90-6E98B1D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23B3E-B381-4549-BD92-D3D795D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9ED24-BDFC-4F4C-B5EB-DEE0DF2A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01E4B-4A6B-4B94-AEB4-E0E7D8E5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050F1-AD93-4F8D-88F9-3070D1D4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D1EB9-B942-420F-A646-AFDEE9F6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2074F-9662-46A4-A47B-A260445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Choose splits that reflect future 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1EE3C-886C-4003-91E5-C5F2950A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7DB0E-8937-425A-B087-06798E3D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2D93E-24C3-4DCA-BAD3-7E9008AA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Tune without contaminating the test set.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6EFB1-4CDB-4621-97A3-AE83A193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36E7F-7E87-4EC4-82C2-32FAE3C5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F8F20-8C18-42E2-8AF5-7DAE03B9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Search hyperparameters within a reproducible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B18FC-501E-47AA-BD3D-83217A49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1AB82-7438-4118-A64F-FC82A4A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77774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6AE07-9479-405A-A976-FF206EC0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9BD17-CF48-4B40-BEB2-A6E04AFB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EE97D-6C39-4FB7-9B8A-51722139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3A1CE-F972-4131-B9F2-3D0A91A5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D454C-9C71-438B-BB16-0B898E43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854CC-3BBE-4463-9BDB-84EDA9F8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25AB4-8D8B-41DE-B64B-78EAB475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A957A-F8C5-44F6-BA06-09740F5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2B0C3-E383-4867-BBA9-AD52F932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holdout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D5A28-924D-42B5-AEF5-968609EB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F3126D-8405-4E9C-970E-21E62946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3F706-C4B9-4ECB-988E-107892CA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7D7D2-6F0C-4811-9792-7CC0A05E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cross-validation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9528C-2F3C-4DE2-B9EE-A8282599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800FC-77A5-4C97-BAF1-DB75371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3D0FC-A91E-4239-BDEF-53995821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DBF0B-2923-41C5-9020-0F8DA3FA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time splits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19337-3F2A-4BE9-8F03-210472B6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0A5D9A-81F9-4709-9E83-05294877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47EDC-9E20-4BBC-9137-579749D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7C43F7-6170-4AEE-946A-C04B380E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hyperparameters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3955BB-31CB-4FEC-A392-D1387BB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F865CA-3FF2-4D1F-8CBB-4AE76F64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62243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49080-31F9-4F90-A238-F84BF660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223D9-8F23-4124-979F-00DE9AA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B7B01-C90B-459B-BEE7-011AD03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E82E1-61E0-4D5E-98C6-10175734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E605-C9F6-41AC-8477-0B9C775B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DD0FF-4EC9-461D-BCDC-E9C2EA40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77725-92AD-4ECE-82C4-4E508733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45744-70BE-4631-815F-3A9B2CAF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52BCC-F2F8-4E60-AEE8-9E70D4D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CD36E-4AD5-435E-A8EF-039A8AA4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A75FA-5163-484E-919F-6A705A5E2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6955D-073C-41C9-AB17-C2A1BF68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04690-EBC1-4392-ABF8-2BF767A6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10B2C5-3EA4-457F-B147-C42CB67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2CFBE-E065-4B0B-B589-EA718A6B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0B890-3C3B-4685-B4C2-7F5CBEF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29D35A-A8E9-4434-BE19-1DF2BEE3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C0496-2213-4D17-9639-4D649DA1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Design validation schemes for random and temporal datasets.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EBC0CF-7FE4-4931-A9AE-577FE32D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850020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33B77A-A24F-414E-8A96-0BE9C70C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3509E-E84A-4B87-A2AE-C9FF834E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9352E-9DFB-431E-82E0-EA18702F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BBBF8-6BE7-4E2C-B8F5-4D72CEA7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1C5CD-5E73-4660-AA36-577740BE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5341C-B7B4-4442-8EAA-EB8018DF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8FBF8-E095-446E-A40F-C9CD8974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674CA-1BF7-4348-881E-8F803E32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Design validation schemes for random and temporal datasets.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71A8A-95FF-4C52-9BB6-AC325FA3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37FB5-15C1-46D2-96FC-178D6939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EF783-D507-4564-9E51-9C857EC5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86505-0F3C-49F6-B559-EED34F33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65AEF-8C69-4E1E-916E-1415CD09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AE823-AA0A-4906-B14B-34715571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535CB-EBFF-4287-B431-B154BE03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BD4B6-C236-4C76-8098-02E85EAA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0ED1C-B411-47AB-9290-1CBE9CE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E789C-792D-47D6-B310-6DEAA810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2A8DD-CCB0-4E31-9D62-3A7484E0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F2AC8C-E1C9-4F37-946D-48C01E7C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B6807-A8D0-469B-A844-E50EBABF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99915-CE0C-42D2-B1BD-65274735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DDB2C-3737-417C-8BB2-768D00BF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F8A07-4C2B-4EAE-A46A-5DB3B5F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95311-D82C-4684-AB4F-AD1FBF18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B6886-B67D-44E5-90C6-BE0D9517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198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B9F72-F590-442A-8AF6-9C53346C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6022C-B981-4B73-B4F3-CD95552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7AC7F-D658-44C0-A2AC-85937426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5DDF9-A469-47BF-B40B-37DCF49B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444F1-4AD0-40C1-86DD-837F3E86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13FB5-7966-4AE9-9F99-D60571BE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validation protocol and reproducible tuning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BE696-E1BA-4A04-B071-59840AFF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02E13D-1699-4AEB-B27F-959AEFE7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E21BA-E78A-4B0D-9F83-3750CEF0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658D3-1300-4C85-B0F6-67D21CB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9E89B0-3085-4E1C-AB5C-8BFB2488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4745E-84E0-4D44-926E-38B6313C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4168F8-22BE-467A-ADE6-6C025AB5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A7AF9-B060-4030-B90B-D0B5B398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A1892D-B42C-41F3-A02F-427E1E1C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BFD33-E08C-43D1-BAE3-BC476371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Evaluation Decision Memo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EBABC-4801-4820-9A9D-1B4E3542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Validity 35%, metric reasoning 25%, error analysis 20%, uncertainty 10%, communication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EBC8F-2E63-473F-96F0-0157BF70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C7AD37-84C7-49FB-A443-568FAB69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6956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A3F25-195F-4139-8102-B9911A1E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5A188-9438-421E-9AF0-2AC5B01D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32AAA-218B-4AF2-8623-4BBE792C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C731E-8905-408C-BEBE-BE0FC756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B384D-8F5E-4220-9A4B-9B9CA4B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holdout + cross-validation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DDB24-5968-4A45-AC83-D625D7CE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C056D-4063-4EF9-9D3A-A882F97F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950D6-6F32-4F2E-8757-F6252A94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Design validation schemes for random and temporal datasets.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C3EAA-2827-43E2-B076-4763C95D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A3DA3-23BA-43F9-A03B-1A09E33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08667-AFB6-47DF-942B-9F292C3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validation protocol and reproducible tuning run.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C8439-DADF-40FA-86B3-2515BB1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CEDC58-45C4-4993-8EEC-87698005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02E2D-1F00-4504-8568-459F157C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34F05F-3E0A-499C-B35C-6ED71A29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1841150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2026-07-27T08:01:05.6690000Z</dcterms:created>
  <dcterms:modified xsi:type="dcterms:W3CDTF">2026-07-27T08:01:05.6690000Z</dcterms:modified>
</coreProperties>
</file>