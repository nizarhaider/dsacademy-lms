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60615da18465d" /><Relationship Type="http://schemas.openxmlformats.org/officeDocument/2006/relationships/extended-properties" Target="/docProps/app.xml" Id="Rff2ae82291b04d64" /><Relationship Type="http://schemas.openxmlformats.org/officeDocument/2006/relationships/officeDocument" Target="/ppt/presentation.xml" Id="R8acfb21bcb144c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0fabcd342b4c0f"/>
  </p:sldMasterIdLst>
  <p:notesMasterIdLst>
    <p:notesMasterId xmlns:r="http://schemas.openxmlformats.org/officeDocument/2006/relationships" r:id="R9165054d3ea2423e"/>
  </p:notesMasterIdLst>
  <p:sldIdLst>
    <p:sldId xmlns:r="http://schemas.openxmlformats.org/officeDocument/2006/relationships" id="256" r:id="R772ca68726544074"/>
    <p:sldId xmlns:r="http://schemas.openxmlformats.org/officeDocument/2006/relationships" id="257" r:id="Rc83f2e558ff346df"/>
    <p:sldId xmlns:r="http://schemas.openxmlformats.org/officeDocument/2006/relationships" id="258" r:id="Rcf67efb51a01498a"/>
    <p:sldId xmlns:r="http://schemas.openxmlformats.org/officeDocument/2006/relationships" id="259" r:id="R4bf79f627e5b4a8c"/>
    <p:sldId xmlns:r="http://schemas.openxmlformats.org/officeDocument/2006/relationships" id="260" r:id="R1d83c8705d8e4dec"/>
    <p:sldId xmlns:r="http://schemas.openxmlformats.org/officeDocument/2006/relationships" id="261" r:id="Ra4ec5b590dfb47dc"/>
    <p:sldId xmlns:r="http://schemas.openxmlformats.org/officeDocument/2006/relationships" id="262" r:id="Re95593f45ff5492d"/>
    <p:sldId xmlns:r="http://schemas.openxmlformats.org/officeDocument/2006/relationships" id="263" r:id="Ra8a808c0ac3c44a6"/>
    <p:sldId xmlns:r="http://schemas.openxmlformats.org/officeDocument/2006/relationships" id="264" r:id="R9f802eff8a334f9b"/>
    <p:sldId xmlns:r="http://schemas.openxmlformats.org/officeDocument/2006/relationships" id="265" r:id="Rb1aec2060fcb4023"/>
    <p:sldId xmlns:r="http://schemas.openxmlformats.org/officeDocument/2006/relationships" id="266" r:id="R4e949874fbc54d46"/>
    <p:sldId xmlns:r="http://schemas.openxmlformats.org/officeDocument/2006/relationships" id="267" r:id="R989d06fae08340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8da29e3f754024" /><Relationship Type="http://schemas.openxmlformats.org/officeDocument/2006/relationships/slideMaster" Target="/ppt/slideMasters/slideMaster1.xml" Id="R490fabcd342b4c0f" /><Relationship Type="http://schemas.openxmlformats.org/officeDocument/2006/relationships/notesMaster" Target="/ppt/notesMasters/notesMaster1.xml" Id="R9165054d3ea2423e" /><Relationship Type="http://schemas.openxmlformats.org/officeDocument/2006/relationships/presProps" Target="/ppt/presProps.xml" Id="R055b5aa5d7934527" /><Relationship Type="http://schemas.openxmlformats.org/officeDocument/2006/relationships/tableStyles" Target="/ppt/tableStyles.xml" Id="Rdb66111f28be4918" /><Relationship Type="http://schemas.openxmlformats.org/officeDocument/2006/relationships/slide" Target="/ppt/slides/slide1.xml" Id="R772ca68726544074" /><Relationship Type="http://schemas.openxmlformats.org/officeDocument/2006/relationships/slide" Target="/ppt/slides/slide2.xml" Id="Rc83f2e558ff346df" /><Relationship Type="http://schemas.openxmlformats.org/officeDocument/2006/relationships/slide" Target="/ppt/slides/slide3.xml" Id="Rcf67efb51a01498a" /><Relationship Type="http://schemas.openxmlformats.org/officeDocument/2006/relationships/slide" Target="/ppt/slides/slide4.xml" Id="R4bf79f627e5b4a8c" /><Relationship Type="http://schemas.openxmlformats.org/officeDocument/2006/relationships/slide" Target="/ppt/slides/slide5.xml" Id="R1d83c8705d8e4dec" /><Relationship Type="http://schemas.openxmlformats.org/officeDocument/2006/relationships/slide" Target="/ppt/slides/slide6.xml" Id="Ra4ec5b590dfb47dc" /><Relationship Type="http://schemas.openxmlformats.org/officeDocument/2006/relationships/slide" Target="/ppt/slides/slide7.xml" Id="Re95593f45ff5492d" /><Relationship Type="http://schemas.openxmlformats.org/officeDocument/2006/relationships/slide" Target="/ppt/slides/slide8.xml" Id="Ra8a808c0ac3c44a6" /><Relationship Type="http://schemas.openxmlformats.org/officeDocument/2006/relationships/slide" Target="/ppt/slides/slide9.xml" Id="R9f802eff8a334f9b" /><Relationship Type="http://schemas.openxmlformats.org/officeDocument/2006/relationships/slide" Target="/ppt/slides/slide10.xml" Id="Rb1aec2060fcb4023" /><Relationship Type="http://schemas.openxmlformats.org/officeDocument/2006/relationships/slide" Target="/ppt/slides/slide11.xml" Id="R4e949874fbc54d46" /><Relationship Type="http://schemas.openxmlformats.org/officeDocument/2006/relationships/slide" Target="/ppt/slides/slide12.xml" Id="R989d06fae08340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9e2f1bc5d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216852f644e97" /><Relationship Type="http://schemas.openxmlformats.org/officeDocument/2006/relationships/notesMaster" Target="/ppt/notesMasters/notesMaster1.xml" Id="Rbaa2001b78ff4b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e83133cc654f78" /><Relationship Type="http://schemas.openxmlformats.org/officeDocument/2006/relationships/notesMaster" Target="/ppt/notesMasters/notesMaster1.xml" Id="R14656d4e407e4e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806e4e6043446e" /><Relationship Type="http://schemas.openxmlformats.org/officeDocument/2006/relationships/notesMaster" Target="/ppt/notesMasters/notesMaster1.xml" Id="R80420873c4c8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ac767a44704922" /><Relationship Type="http://schemas.openxmlformats.org/officeDocument/2006/relationships/notesMaster" Target="/ppt/notesMasters/notesMaster1.xml" Id="R8b8437b5ab9042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fd67b818b4bce" /><Relationship Type="http://schemas.openxmlformats.org/officeDocument/2006/relationships/notesMaster" Target="/ppt/notesMasters/notesMaster1.xml" Id="Rfd776ca1849b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28e517e55a4ebe" /><Relationship Type="http://schemas.openxmlformats.org/officeDocument/2006/relationships/notesMaster" Target="/ppt/notesMasters/notesMaster1.xml" Id="R8b0e6d30ebbb40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8f97b184c84414" /><Relationship Type="http://schemas.openxmlformats.org/officeDocument/2006/relationships/notesMaster" Target="/ppt/notesMasters/notesMaster1.xml" Id="R4d76b3d91fd24a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853132d55442bd" /><Relationship Type="http://schemas.openxmlformats.org/officeDocument/2006/relationships/notesMaster" Target="/ppt/notesMasters/notesMaster1.xml" Id="R072a7926140b41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55de2474f04d4b" /><Relationship Type="http://schemas.openxmlformats.org/officeDocument/2006/relationships/notesMaster" Target="/ppt/notesMasters/notesMaster1.xml" Id="R6b74bc3c461c4c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b6f1e8d23a41c3" /><Relationship Type="http://schemas.openxmlformats.org/officeDocument/2006/relationships/notesMaster" Target="/ppt/notesMasters/notesMaster1.xml" Id="R2f319fd16feb49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aff599caa743f4" /><Relationship Type="http://schemas.openxmlformats.org/officeDocument/2006/relationships/notesMaster" Target="/ppt/notesMasters/notesMaster1.xml" Id="Rcec1927091c645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c67d386e664407" /><Relationship Type="http://schemas.openxmlformats.org/officeDocument/2006/relationships/notesMaster" Target="/ppt/notesMasters/notesMaster1.xml" Id="Rb0d05e8d232b45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Quality and LLM Evaluation. Measure retrieval and generation separately so a failed answer can be diagnosed.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rag ingestion, embeddings, retrieval, citations, and classification metrics. By the end, you will explain retrieval precision and recall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retrieval precision and recall, hybrid search and reranking, groundedness, evaluation datasets and judges.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Recall@k measures relevant evidence found; precision@k measures retrieved evidence that is relevant; generation metrics judge use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top-k: The number of retrieved candidates. reranker: A second model that reorders candidates. groundedness: Whether claims are supported by supplied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At k=4, retrieving three relevant chunks when five exist gives precision 3/4 and recall 3/5.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0.75 0.6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Evaluate ingestion, retrieval, context assembly, and generation as separate failure boundaries. Hybrid retrieval combines exact-term and semantic strengths without directly adding unlike scores. Rerank only a small candidate set to improve quality while controlling latency and cost. Calibrate automated judges against human ratings and inspect disagreements rather than hiding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https://github.com/curiousily/AI-Bootcamp/blob/master/07.advanced-rag-with-llama-3-in-langchain.ipynb.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Changing retrieval and generation simultaneously, hiding which stage improved. Trusting an LLM judge without calibrating it against human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Compare vector, keyword, hybrid, and reranked retrieval on a labelled question set and evaluate cited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retrieval precision and recall, hybrid search and reranking, groundedness, evaluation datasets and judges. Verification evidence: Use fixed questions and relevance labels, report per-stage metrics, and manually audit judge disagreements.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7420f79c747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48f69867cf47b8" /><Relationship Type="http://schemas.openxmlformats.org/officeDocument/2006/relationships/slideLayout" Target="/ppt/slideLayouts/slideLayout1.xml" Id="R6a9a6207b651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a6207b651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a4d8852b64402" /><Relationship Type="http://schemas.openxmlformats.org/officeDocument/2006/relationships/image" Target="/ppt/media/image.png" Id="R0931758bc8e84e3c" /><Relationship Type="http://schemas.openxmlformats.org/officeDocument/2006/relationships/image" Target="/ppt/media/image2.png" Id="Rd5775a19e69245d7" /><Relationship Type="http://schemas.openxmlformats.org/officeDocument/2006/relationships/notesSlide" Target="/ppt/notesSlides/notesSlide1.xml" Id="Rdd3084d2189a40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bf893d048491d" /><Relationship Type="http://schemas.openxmlformats.org/officeDocument/2006/relationships/notesSlide" Target="/ppt/notesSlides/notesSlide2.xml" Id="R9ae65446b18e4c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d995a1ee14e21" /><Relationship Type="http://schemas.openxmlformats.org/officeDocument/2006/relationships/notesSlide" Target="/ppt/notesSlides/notesSlide3.xml" Id="Rd7908970b8fd4b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b35dd258f44cc" /><Relationship Type="http://schemas.openxmlformats.org/officeDocument/2006/relationships/notesSlide" Target="/ppt/notesSlides/notesSlide4.xml" Id="R876b54d853c749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a4ff65cdf40e6" /><Relationship Type="http://schemas.openxmlformats.org/officeDocument/2006/relationships/notesSlide" Target="/ppt/notesSlides/notesSlide5.xml" Id="R54f5270bbad14a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1827fb0a04dbc" /><Relationship Type="http://schemas.openxmlformats.org/officeDocument/2006/relationships/notesSlide" Target="/ppt/notesSlides/notesSlide6.xml" Id="R2c2273b5d6b64c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929d89904497" /><Relationship Type="http://schemas.openxmlformats.org/officeDocument/2006/relationships/notesSlide" Target="/ppt/notesSlides/notesSlide7.xml" Id="R331b513e9394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7f84165254ae6" /><Relationship Type="http://schemas.openxmlformats.org/officeDocument/2006/relationships/notesSlide" Target="/ppt/notesSlides/notesSlide8.xml" Id="Re75e9d7b804945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791c540ee49e3" /><Relationship Type="http://schemas.openxmlformats.org/officeDocument/2006/relationships/notesSlide" Target="/ppt/notesSlides/notesSlide9.xml" Id="Rf0fff864326e4f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df2a28d3d4e73" /><Relationship Type="http://schemas.openxmlformats.org/officeDocument/2006/relationships/notesSlide" Target="/ppt/notesSlides/notesSlide10.xml" Id="R14699f5c5c224d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1db46c321484e" /><Relationship Type="http://schemas.openxmlformats.org/officeDocument/2006/relationships/notesSlide" Target="/ppt/notesSlides/notesSlide11.xml" Id="R204085893c544b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ca43ce486477e" /><Relationship Type="http://schemas.openxmlformats.org/officeDocument/2006/relationships/image" Target="/ppt/media/image3.png" Id="R47396fa4e2634865" /><Relationship Type="http://schemas.openxmlformats.org/officeDocument/2006/relationships/notesSlide" Target="/ppt/notesSlides/notesSlide12.xml" Id="R8a9a35ada089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83124-1ECF-4D01-A427-2DC00B1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1758bc8e84e3c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95991-CB25-408D-8C7F-9E1F092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EC261-AD7E-4A22-8829-AE3A3BB5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16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F2005-30A6-4D5F-ABE2-7C942E5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RAG Quality and LLM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74400-3EE2-4860-80CA-BB8FB503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9ABD0-1250-4D99-BCE4-20D64E8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Measure retrieval and generation separately so a failed answer can be diagnosed.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75a19e69245d7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25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90291-8337-4AAC-8A4D-672CFD3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BB812-C088-4A94-90C8-188FA301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BD67A-D4BD-4856-B79B-B908022E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1CE43-47F4-4B31-AD11-47F83AA0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C9A9F-7986-4D50-B96C-3562081E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6369F-2D85-4352-BD96-9FD0806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A8343-0146-4C4E-8B61-7BAF813C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RAG ingestion, embeddings, retrieval, citations, and classification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65CEE-B3C1-48C0-8098-F0E56EB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DC02B-05AF-459A-A6AC-FC567940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retrieval precision and recall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2A152-C740-4E2E-8779-DDA2753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A4479-A881-4EF7-B11E-A56F5AB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hybrid search and reranking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73AC0-3C56-4272-97B3-54FE658F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66F0C-DABE-4820-B0EA-E18DA265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evaluation datasets and judges.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21F96-3C64-47FA-814A-C63782C6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329C7-8487-42D0-97D4-C1122902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0289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D33C8-3D47-46CA-93BA-9956053B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4BE08-4B54-4700-A019-F35EBD0E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71063-5855-42DC-9056-1B545233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2F5B6-4D39-4886-AFCD-53394FB8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8296E-86B9-4E11-A27B-D3031B86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B9984-F152-4D45-B616-EC21D6FE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95804-9C77-46AB-890D-CCBF014B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Measure retrieval and generation separately so a failed answer can be diagnosed.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129A4-8C76-48C4-9E2E-86C2426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7C2FD-C85C-40BC-81D6-57968760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retrieval precision and recall: Retrieval precision measures result relevance; retrieval recall measures coverage of all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3DE5D-9FCC-4D5A-8684-0AF05ACD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25D00-921B-41AA-BC72-D6A5597B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hybrid search and reranking: Hybrid search combines lexical and semantic candidates; reranking applies a stronger model to reorder them.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CCA6D-40B9-4A88-A731-35A96322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34B49-432F-4C54-AA3D-AC79C963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groundedness: Groundedness measures whether generated claims are supported by the context supplied to the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2F80F-D062-4098-B642-84DB08B8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E73F9-48B2-4E4B-B683-3593296C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evaluation datasets and judges: Evaluation datasets represent real tasks; judges apply explicit rubrics that must be checked against humans.</a:t>
            </a:r>
          </a:p>
        </p:txBody>
      </p:sp>
    </p:spTree>
    <p:extLst>
      <p:ext uri="{BB962C8B-B14F-4D97-AF65-F5344CB8AC3E}">
        <p14:creationId xmlns:p14="http://schemas.microsoft.com/office/powerpoint/2010/main" val="258868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2A6B6-60DA-434D-BCDC-16438BB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B17D0-5E5E-463C-BA58-8B898748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A3107-377A-4AD8-8732-F7AF586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79F8B-E978-4214-A325-1298DEC4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D1A86-48C6-4790-8A7E-AF5F68B1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0B3B-4D6F-4FD3-A6D3-2D271F82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3E618-EF3E-4930-BD4C-84302EE9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45A37-B074-4063-ACFE-17F8D658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retrieval precision and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A0EED-EC63-4679-9CCB-02E8493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ED4B5-61E4-437C-A645-7413AB02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2DBE-1700-4DA7-9463-B80AD11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1037C-DD9B-4DF6-93E3-1F8371C7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hybrid search and reranking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2A2EF-830F-4EE7-9D8B-7C9FDD12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BCA4B-BCCD-4E4D-8518-3AA04679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5F85B-D3DA-4F37-AC11-EF7B52CB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FFAED-B8FF-4186-A98B-43370492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groundedness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C9EBC-45D8-408A-8035-741B2FE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211D7-FED8-421C-B395-DE6E8321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EB072-10BE-4FCB-A16D-E7EEB97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C3543-AB5B-4CAF-8E3B-5A270B9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evaluation datasets and judges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44F7E-FEF0-49F2-A576-FB26071F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Recall@k measures relevant evidence found; precision@k measures retrieved evidence that is relevant; generation metrics judge use of evidence.</a:t>
            </a:r>
          </a:p>
        </p:txBody>
      </p:sp>
    </p:spTree>
    <p:extLst>
      <p:ext uri="{BB962C8B-B14F-4D97-AF65-F5344CB8AC3E}">
        <p14:creationId xmlns:p14="http://schemas.microsoft.com/office/powerpoint/2010/main" val="208537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0DFC0-B4FD-43B0-BF68-82B52A5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8C67D-4CE5-4FDC-94EE-A2B06A81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A3084-2338-47F1-8732-1A3C08B4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AECCE-73A8-484B-BE67-5B5F633E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CDEF1-B60D-4E24-A124-8196193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9003E-D4CE-445C-BBDF-309F3200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DB5CB-8CA2-4943-B13A-C4139C4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Recall@k measures relevant evidence found; precision@k measures retrieved evidence that is relevant; generation metrics judge use of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69298-A6AF-4973-8D92-7F3279B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6B4EF-728D-4786-AEEC-927D923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top-k: The number of retrieved candidates.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79C5C-C442-4845-8CE7-97E64D96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B6BF2-F274-48EA-A3B5-5CDA6B6D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reranker: A second model that reorders candidates.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70FAF-A8A2-4410-881F-FB707C10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6940B-8D88-4B73-8E9A-92D43A51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groundedness: Whether claims are supported by supplied context.</a:t>
            </a:r>
          </a:p>
        </p:txBody>
      </p:sp>
    </p:spTree>
    <p:extLst>
      <p:ext uri="{BB962C8B-B14F-4D97-AF65-F5344CB8AC3E}">
        <p14:creationId xmlns:p14="http://schemas.microsoft.com/office/powerpoint/2010/main" val="460110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DEF83-5599-474C-992D-FBFD763E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BC3D3-FC14-4811-974F-264F1E35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50B9A-5339-4184-898B-24CEAF54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780EF-E16A-4833-8AB5-187B2A88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4C9D-F22E-460A-A693-F2DD1AE1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94F76-6089-4229-83C8-1D3B638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At k=4, retrieving three relevant chunks when five exist gives precision 3/4 and recall 3/5.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347A9-1D3E-4192-AE1A-490F6BA2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AC272-E5E3-4AE0-B751-0A443F88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F6057-CBED-432B-AB1C-F479EDA1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7B061-B9A5-4DF8-BF77-918A1579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135D7-8549-4616-8478-E476B338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B5881-515B-4D62-905D-E6B0D0C7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5B5DA-85C7-4002-BF2E-2C7769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A1179-0AB6-4B2D-B4E7-8EAD8F0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B691A-3EE8-417E-98F5-7512B793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694291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C7428-687C-45A9-B819-647C53C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9FDD0-6C0C-459C-924C-89470E12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3ACEE-59C3-4B7E-9FAA-43566C6B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38418-6BE0-47C1-B31E-0B716C7D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0A146-F951-4B8B-B43F-7D319F5D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EDCCC-475C-4A67-ABE4-8D2EB56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18905-EBF0-4BE8-9754-95A08F04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64015-1ADE-40BF-9CDA-72BE11AA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9A976-F14B-4EE6-9AFC-1084DAC9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270EF-F468-4ACE-AF13-58505CA7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7F683-CF5C-4DBA-8099-6360324F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relevant_retrieved, retrieved, relevant_total = 3, 4, 5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print(relevant_retrieved / retrieved, relevant_retrieved / relevant_total)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8F114-3148-4A1D-9D1F-776A6B1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004B7-A9DD-4D41-803E-D0012BDC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1CC51-4B7B-4B0D-A717-69B28DA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0.75 0.6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82D00-295E-4987-985C-5A36E51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6CB11-1F1B-4A8C-86FF-3935A8A2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339051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E26B8-08A7-4A9D-BE21-395D4EE8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81B5C-1663-4550-A647-27A5820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48948-CB53-45F6-96AE-2AF5C64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145BC-4D31-4670-9B7F-9191D583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889D5-5BD0-41A7-ADB6-401F0E17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7E7B1-3BAC-4CFF-A890-A119983D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7498D-535F-4FC5-8218-BD4EDDE4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99249-9D72-4FE8-B1C5-BB8CA6A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Evaluate ingestion, retrieval, context assembly, and generation as separate failure boundaries.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80AE-7539-46E2-ACC7-AEEC630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509FA-D6BE-4724-A322-13B2A3BE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7AC94-E8B2-4F47-8F96-BA3F518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65E46-D1D6-4AEB-951B-6FBCACED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Hybrid retrieval combines exact-term and semantic strengths without directly adding unlike scores.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76073-DCCA-4627-AC43-7CC37FE8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AD1A3-BB24-40C0-AB92-86B88EA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A4EE5-5D69-427B-BB6E-E62DCEF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B118F-2F1C-4BCF-9CEA-478F516A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Rerank only a small candidate set to improve quality while controlling latency and cost.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E135D-9CD1-464A-995E-BA556B71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CD027-76C3-4844-9168-C0B4172F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02A06-3C2A-47A9-B9A2-1904D9E6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8DB49-8D0A-4B91-90C5-D4D0DD3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Calibrate automated judges against human ratings and inspect disagreements rather than hiding them.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A2C35-2868-4B50-AD34-DBE1045E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3416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61BF0-2F45-47D7-939B-EA546C29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CCD8C-F5A5-4ADB-8298-24AF7E79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BEAD4-1CB9-4829-8161-44E5D3B1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1D2A9-7F75-4C69-935B-6EBEE9AE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14AFD-D134-4D0E-BFE6-799D77E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199F5-1079-4EF5-A78E-2F197BE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52214-FD8A-4CCE-BF16-411B59CD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0EC46-4415-41C1-AA8C-7588F91D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retrieval precision and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C6179-C5D7-47E4-BD54-1AD3963D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1A9DB-844C-41F0-AB87-2A0B4E13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DDFA9-DE3D-4BB6-B29B-339F897F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6781E-7A47-4E50-8A2F-11584050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hybrid search and reranking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4B4B5-C17F-4E04-8FAD-E1FF9FF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B14B1-D801-4A31-9D14-9A7171A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6C8C4-507A-4816-9A3F-111914A9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02731-431D-4967-B19E-8C0097A9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groundedness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4277E-2310-476A-A1AC-9B3C2255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597E7-129C-4020-B508-A69A5A7F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A62C3-64E2-4300-A18A-125C6B75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0E808-4049-43BA-814F-BFB68B3D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evaluation datasets and judges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B7AAA-9C97-47A7-AA25-05C98459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https://github.com/curiousily/AI-Bootcamp/blob/master/07.advanced-rag-with-llama-3-in-langchain.ipynb.</a:t>
            </a:r>
          </a:p>
        </p:txBody>
      </p:sp>
    </p:spTree>
    <p:extLst>
      <p:ext uri="{BB962C8B-B14F-4D97-AF65-F5344CB8AC3E}">
        <p14:creationId xmlns:p14="http://schemas.microsoft.com/office/powerpoint/2010/main" val="1540947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EDBB5-CC4E-4DBE-A14E-4D44754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96326-DF00-41D1-8EC8-FD621FC7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CE5A9-D669-41B4-869C-83FDA931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C8A8B-288C-46BD-B9F7-4675990F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68955-5479-46F2-A7C1-81EEFBA1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C6C1B-563D-4555-A947-105071E8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C8C32-1304-40CC-B35F-F2C3C182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08739-192B-4605-A23B-CE8D809D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Changing retrieval and generation simultaneously, hiding which stage improved.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29643-B5C9-47FB-B15E-B632F54B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C2DF6-CFF5-428B-BD0F-C84A19D3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10C66-18A2-4829-A531-ADFEBA3A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Trusting an LLM judge without calibrating it against human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91CC4-FB11-4ADB-86A9-8607BC2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03014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10938-BAE2-4744-A50E-D7B271D6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38AB9-CD45-497C-894A-B435442E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AAD2-BF80-4314-9F9B-4B63C71B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76134-13A1-4C6E-93AD-07A2AB19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CD10B-4D95-4D11-A654-14A05FCD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Compare vector, keyword, hybrid, and reranked retrieval on a labelled question set and evaluate cited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4E98F-2436-4F48-9A4F-2301CF98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7A468-70B7-41A1-9821-6DF87322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C6E54-2C89-4DD8-9340-4B300EE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13384-E6BB-4A70-9981-F2B95C4B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793AA-D5CD-456A-9D4A-9C728819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42A31-CA13-45A0-B238-ABB2DB31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95EF4-D453-4A60-8F33-A027AA4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80597-DCCF-40CE-89DF-98EE518C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7BFDC-7967-4D13-B060-C729497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1CBB4-88BC-4484-9E4E-8B505006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8F067-AB96-4269-B853-DB6C0F6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E93F9-F72A-40E0-B394-0BB5186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971029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F6876-20A7-475D-967D-05C53CA9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DC46F-3142-4EC3-A1BD-2159B8C9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RAG Quality and LLM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07CF4-D83E-444E-9161-C620F74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43EB1-8650-4920-881C-3D42909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633C7-1D11-49C6-B58B-E4330AF4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6BC5-D73E-4333-9C0A-56818B36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DA620-19E7-421E-865B-15B67DF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retrieval precision and recall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22EEE-7F71-443A-AF7D-E7E641A6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897F6-4D7B-41A1-B758-3B87255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hybrid search and reranking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5A5F2-D061-44BC-8979-E490796A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7C913-8760-4B86-A763-D7C8040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evaluation datasets and judges.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A0AA0-1F1A-4DBB-925C-5E81A58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B4EEC-987F-4F50-A74F-6C3102D4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evaluation report separating ingestion, retrieval, context, generation, latency, and cost failures.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96fa4e2634865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94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2026-07-28T16:53:20.4010000Z</dcterms:created>
  <dcterms:modified xsi:type="dcterms:W3CDTF">2026-07-28T16:53:20.4010000Z</dcterms:modified>
</coreProperties>
</file>