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e796cb141491e" /><Relationship Type="http://schemas.openxmlformats.org/officeDocument/2006/relationships/extended-properties" Target="/docProps/app.xml" Id="Rc1d8d74fbad544e7" /><Relationship Type="http://schemas.openxmlformats.org/officeDocument/2006/relationships/officeDocument" Target="/ppt/presentation.xml" Id="R25d5e4e6f1b0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07cee1ad94176"/>
  </p:sldMasterIdLst>
  <p:notesMasterIdLst>
    <p:notesMasterId xmlns:r="http://schemas.openxmlformats.org/officeDocument/2006/relationships" r:id="R9749860008534fbf"/>
  </p:notesMasterIdLst>
  <p:sldIdLst>
    <p:sldId xmlns:r="http://schemas.openxmlformats.org/officeDocument/2006/relationships" id="256" r:id="R8cf9347b396d4b9f"/>
    <p:sldId xmlns:r="http://schemas.openxmlformats.org/officeDocument/2006/relationships" id="257" r:id="Rdca46e10b79d4566"/>
    <p:sldId xmlns:r="http://schemas.openxmlformats.org/officeDocument/2006/relationships" id="258" r:id="Ra07d498529374f81"/>
    <p:sldId xmlns:r="http://schemas.openxmlformats.org/officeDocument/2006/relationships" id="259" r:id="R0073b328686744f9"/>
    <p:sldId xmlns:r="http://schemas.openxmlformats.org/officeDocument/2006/relationships" id="260" r:id="R417ecbd53f2549fd"/>
    <p:sldId xmlns:r="http://schemas.openxmlformats.org/officeDocument/2006/relationships" id="261" r:id="Ra659a93fc8264809"/>
    <p:sldId xmlns:r="http://schemas.openxmlformats.org/officeDocument/2006/relationships" id="262" r:id="Rc90f92a3f8c94a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ea299951c4d65" /><Relationship Type="http://schemas.openxmlformats.org/officeDocument/2006/relationships/slideMaster" Target="/ppt/slideMasters/slideMaster1.xml" Id="R74807cee1ad94176" /><Relationship Type="http://schemas.openxmlformats.org/officeDocument/2006/relationships/notesMaster" Target="/ppt/notesMasters/notesMaster1.xml" Id="R9749860008534fbf" /><Relationship Type="http://schemas.openxmlformats.org/officeDocument/2006/relationships/presProps" Target="/ppt/presProps.xml" Id="R9be59313d21f4e03" /><Relationship Type="http://schemas.openxmlformats.org/officeDocument/2006/relationships/tableStyles" Target="/ppt/tableStyles.xml" Id="Red5c7491d25a4f64" /><Relationship Type="http://schemas.openxmlformats.org/officeDocument/2006/relationships/slide" Target="/ppt/slides/slide1.xml" Id="R8cf9347b396d4b9f" /><Relationship Type="http://schemas.openxmlformats.org/officeDocument/2006/relationships/slide" Target="/ppt/slides/slide2.xml" Id="Rdca46e10b79d4566" /><Relationship Type="http://schemas.openxmlformats.org/officeDocument/2006/relationships/slide" Target="/ppt/slides/slide3.xml" Id="Ra07d498529374f81" /><Relationship Type="http://schemas.openxmlformats.org/officeDocument/2006/relationships/slide" Target="/ppt/slides/slide4.xml" Id="R0073b328686744f9" /><Relationship Type="http://schemas.openxmlformats.org/officeDocument/2006/relationships/slide" Target="/ppt/slides/slide5.xml" Id="R417ecbd53f2549fd" /><Relationship Type="http://schemas.openxmlformats.org/officeDocument/2006/relationships/slide" Target="/ppt/slides/slide6.xml" Id="Ra659a93fc8264809" /><Relationship Type="http://schemas.openxmlformats.org/officeDocument/2006/relationships/slide" Target="/ppt/slides/slide7.xml" Id="Rc90f92a3f8c9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1c0f72cca9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f8666479304c83" /><Relationship Type="http://schemas.openxmlformats.org/officeDocument/2006/relationships/notesMaster" Target="/ppt/notesMasters/notesMaster1.xml" Id="Red2c0b25971e4f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ab03e9775f4c19" /><Relationship Type="http://schemas.openxmlformats.org/officeDocument/2006/relationships/notesMaster" Target="/ppt/notesMasters/notesMaster1.xml" Id="R6b0d2fe8ed704d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67db6a0dc4711" /><Relationship Type="http://schemas.openxmlformats.org/officeDocument/2006/relationships/notesMaster" Target="/ppt/notesMasters/notesMaster1.xml" Id="R89abc1b2be464f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2f71bbc1d64a37" /><Relationship Type="http://schemas.openxmlformats.org/officeDocument/2006/relationships/notesMaster" Target="/ppt/notesMasters/notesMaster1.xml" Id="Rc599c8dba340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1f666df3e4a54" /><Relationship Type="http://schemas.openxmlformats.org/officeDocument/2006/relationships/notesMaster" Target="/ppt/notesMasters/notesMaster1.xml" Id="Rc708229dd2a9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002b3f6d1428d" /><Relationship Type="http://schemas.openxmlformats.org/officeDocument/2006/relationships/notesMaster" Target="/ppt/notesMasters/notesMaster1.xml" Id="Rf02c7c45098e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a36d3c343f4957" /><Relationship Type="http://schemas.openxmlformats.org/officeDocument/2006/relationships/notesMaster" Target="/ppt/notesMasters/notesMaster1.xml" Id="R178a08c1e1a9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useful model must beat a credible simple rule. We start with the median, fit a linear model, and inspect residuals for structure the model missed.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5, session 1: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Establish naive and linear baselines. Interpret coefficients within assumptions. Diagnose residual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baseline, least squares, coefficients, residuals.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baseline report with residual diagnostics.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useful model must beat a credible simple rule. We start with the median, fit a linear model, and inspect residuals for structure the model missed.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Linear Regression and Baselines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914521c0942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43e0cd20547f4" /><Relationship Type="http://schemas.openxmlformats.org/officeDocument/2006/relationships/slideLayout" Target="/ppt/slideLayouts/slideLayout1.xml" Id="R738aa74f1d50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aa74f1d50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848df9604500" /><Relationship Type="http://schemas.openxmlformats.org/officeDocument/2006/relationships/image" Target="/ppt/media/image.png" Id="Rb5534f1f038143bc" /><Relationship Type="http://schemas.openxmlformats.org/officeDocument/2006/relationships/image" Target="/ppt/media/image2.png" Id="Rc0e34981dd5645eb" /><Relationship Type="http://schemas.openxmlformats.org/officeDocument/2006/relationships/notesSlide" Target="/ppt/notesSlides/notesSlide1.xml" Id="Rdd76cb07c1244f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c65a46e23479e" /><Relationship Type="http://schemas.openxmlformats.org/officeDocument/2006/relationships/notesSlide" Target="/ppt/notesSlides/notesSlide2.xml" Id="R7522f8d9a1a74a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52c46e56249e2" /><Relationship Type="http://schemas.openxmlformats.org/officeDocument/2006/relationships/notesSlide" Target="/ppt/notesSlides/notesSlide3.xml" Id="R5c2c2affaab542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ae4156fcc4546" /><Relationship Type="http://schemas.openxmlformats.org/officeDocument/2006/relationships/notesSlide" Target="/ppt/notesSlides/notesSlide4.xml" Id="Rb4dac7af23c44e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82531694f4795" /><Relationship Type="http://schemas.openxmlformats.org/officeDocument/2006/relationships/notesSlide" Target="/ppt/notesSlides/notesSlide5.xml" Id="R870f49bb00c148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fc4ff6fc4939" /><Relationship Type="http://schemas.openxmlformats.org/officeDocument/2006/relationships/notesSlide" Target="/ppt/notesSlides/notesSlide6.xml" Id="Rb0ca5b8791b842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d197f27e8447f" /><Relationship Type="http://schemas.openxmlformats.org/officeDocument/2006/relationships/notesSlide" Target="/ppt/notesSlides/notesSlide7.xml" Id="R1ef1a05ad0ad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0938B-8B83-45DA-B3BD-7768496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164BC-372D-4FDF-912D-F3EB844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34f1f038143bc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1C97B-8D96-41F5-A5EA-E949482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05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729F8-EE20-480E-9F22-02BA330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Linear Regression and 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ADF7A-8968-4C3D-97F7-AE017F8C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4C2F8-6F41-48A1-8A9D-E1740AB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Estimate continuous outcomes with interpretable baselines and robust evaluation.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34981dd5645eb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04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51FD1-8DD3-448F-9783-E5D0EF56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FB3C-0323-4FCF-BBCB-C998B802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D7C6-D4CE-4128-90C6-CBAE7980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C7024-5106-4631-9BB9-B89D97A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E9C00-E10E-4BC2-A1A9-F317F4C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2819E-6C12-4CC2-A9BF-CD0D0669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70748-E2D1-4CF9-B0B7-A3ABD2A8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D23F3-19CE-4D63-B181-0F4E6F2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Establish naive and linear baselines.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8F8D2-62B0-42CA-8B22-7D33FB83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2A6C7-7F54-40B3-9B29-F95EF742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FFB6D-0CDF-4E72-84FA-E604CC9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Interpret coefficients within assumptions.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F4BF7-9E56-4769-B04B-8A20862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0F651-E31D-455B-B1A5-A293F9B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6C1FF-5E3D-4D72-947C-E021DEBE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Diagnose residual patterns.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30E61-B481-49B5-A70E-B44D9FE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EAC82-FAFF-4C3E-BA75-27F18417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97249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42249-C6BD-4911-A580-BB8787BF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8C97F-3BB0-428F-81BB-67D35F1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90AEC-A34D-4865-B8AB-8601124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AB4D7-67FD-4C85-9B66-E76CEAB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4556F-AF02-4099-AE72-CAC49926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04D5E-C716-4A50-AAB3-D72C395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B9557-1739-4D68-940A-AFB43092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DB985-136F-4ACC-9CDF-CD2A7662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FFABE-13E0-4411-AE86-9612EC0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CEB11-797B-4C39-8606-31276DB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30CAA-4506-4E7A-9837-0B7B81B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7AEC8-21EE-4969-9295-907A2C66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24AE2-9712-49F0-B74D-F99E013A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least squares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41597-5EAF-448D-9AF7-261247C2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1B29A-932E-48A5-8270-94C6D33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14E3A-8AE7-4A05-9EC3-6D0B6D6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C007A-DC1D-4179-9E9A-DFF0A70C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coefficients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8DCC7-16F0-4525-A0FE-6049B46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3561E-8B3B-4EE8-A764-7BED695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9C30A-C1BE-4456-8FC3-CCF5E33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D8BCB-8AA6-4CB2-8AF3-7B8958C5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residuals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5F3BA-ECC9-4C20-B77F-EB6A794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1555F-A33E-4F6A-A0A0-218DE71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4789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7686A-3FB5-46D3-8C31-2034B6F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DA855-E19C-4567-84B0-D5085685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C7769-1BF4-4AFA-B7D7-01930DEC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5563D-E20E-4630-8108-463F94AF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17424-C480-4A24-A5E0-3B886676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1E9F-7D29-4437-B084-D8D1C37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87F29-53B3-4DB9-A721-BF8AA2D1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E347B-9E91-4953-9A12-B98E3702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95920-D7A0-4B47-AFDC-3CD4669C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24C17-0480-4ECA-A530-7F2244B4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5D38F-C583-48B7-A06A-35A16360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B8A19-928F-45BF-926F-28FBF1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EEBF2-B049-46E7-AE18-35535498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03107-FCBA-4450-9C37-B88A0E45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FD7A5-9344-422B-82B8-56D4A827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E1790-6341-4D73-BFEB-5F26F878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743F7-948D-4417-B1E2-9658FF12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FA07-7343-44A6-BF61-088339A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Estimate delivery time and compare against a median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91477-2204-4E3A-9265-559E7968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615404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1BF1B-3638-4ACC-84E7-58E8499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EA0C8-B7A2-40EF-98F5-58B505E4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69300-2CAF-4393-851E-FF9A1E2A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58BE8-F557-4CCC-8B35-A00547E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50F6-FE5E-4CC4-81D1-24CBA7C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B94C4-5A6D-43C9-BC56-6A9966D0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096A-0710-4F94-B7B2-EDB0093A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8B634-7D0C-4E84-90FE-F6E3DFB5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Estimate delivery time and compare against a median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DF29A-F78B-4548-99A1-43F68286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0FA0E-A839-4D3C-9513-3119AAE4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80F3D-863F-44CB-863D-2CFFB7DF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8645F-DC92-4E79-BEFB-562C87D1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2A577-F812-457C-9CB0-24878BC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ADF1D-3562-4349-9C44-47E47C12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B4619-CB4D-4395-9FA9-AE678B58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C895C-01DA-4C41-BC3F-6B52C06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6A7BC-658C-41DE-BB92-02BDF39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941AF-F321-45A5-8567-E17E4EE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91B54-975F-4A3E-9254-5494C69D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8E5A9-638F-4156-A057-C992341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CDAF20-3A50-48AB-A264-6D3FF867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27D33-C2BB-40DA-AE31-552C9B1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2E856-7E0B-4120-994E-3F6B5C39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8A2D1-EA95-4017-8366-803CE70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A4C2A-9463-4D95-9509-7DC2293E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BE1A0-2C1A-4CF4-9CF5-3E125B1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8566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60C04-121D-4A67-A0D0-E98B2F3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0F6BC-6876-4B3B-BD91-D92F25B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05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537E1-EBC5-462A-9902-C8E29EA3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97239-4816-4632-8989-C0CFD3B3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76BB6-7781-433E-AEBA-62EB980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C568-F7B0-42C5-9065-405036F6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baseline report with residual diagnostics.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88BB1-196A-4BE5-B549-81156E7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821D9-52FD-4D08-A364-BFAD9ABF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A88D5-3FA0-4AA3-BAFC-772E593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4C4DB-AA51-4FFC-83F4-A926C9A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5A7DF-BF1A-48FD-905D-30811D25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F6E27-C252-493D-9C8F-9F91AF8D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B90F2-5C37-4AFC-B6D6-11CE8854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5AE12-A207-4F74-90B7-7BA733A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E67C3-7E7E-47B6-B9FD-F8775997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D7B16-AC06-4A9A-9E21-A2AC5ED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Regression Model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D5F49-33C8-435B-B9CA-82578903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Evaluation 30%, diagnostics 25%, model choice 20%, reproducibility 15%, communication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392F0-6B17-4491-B8E3-BBCB0A42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7B5CF3-793A-404A-A69B-54E646F1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1370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A6078-F712-4634-80D5-AEF5E014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3448C-526D-4A86-917E-025FCB8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5A33-40A4-4DF5-90D0-73F2DE5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CFFB9-F8AA-4FE1-9184-98A0A0A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C2BCB-7777-4EC0-8708-31FB06E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baseline + least squares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BD7B0-A057-4E69-82E1-A0539A0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77DB5-15F5-428B-8812-764209B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2C846-F78E-4846-A9EA-D38C871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Estimate delivery time and compare against a median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9337-8FF3-46CF-881A-A1932B10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2A7CD-EFAA-4228-9365-92636942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B2ADE-F32F-41EC-80C6-978AF9FB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baseline report with residual diagnostics.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0592B-8543-418E-BFFB-D967CAD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61B1D-9E9A-4185-877D-BE1CC8E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BB18F-9683-43A5-AB67-5C4B973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74593-7EC8-4F23-B4AC-63DD1997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000910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2026-07-27T08:01:04.4480000Z</dcterms:created>
  <dcterms:modified xsi:type="dcterms:W3CDTF">2026-07-27T08:01:04.4480000Z</dcterms:modified>
</coreProperties>
</file>