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5858b45824851" /><Relationship Type="http://schemas.openxmlformats.org/officeDocument/2006/relationships/extended-properties" Target="/docProps/app.xml" Id="R0f65ba2c857e4fd1" /><Relationship Type="http://schemas.openxmlformats.org/officeDocument/2006/relationships/officeDocument" Target="/ppt/presentation.xml" Id="Rdf2aac43c8504f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2d54a5e3a4626"/>
  </p:sldMasterIdLst>
  <p:notesMasterIdLst>
    <p:notesMasterId xmlns:r="http://schemas.openxmlformats.org/officeDocument/2006/relationships" r:id="Reb2878967cf94960"/>
  </p:notesMasterIdLst>
  <p:sldIdLst>
    <p:sldId xmlns:r="http://schemas.openxmlformats.org/officeDocument/2006/relationships" id="256" r:id="Rec1a89f3b7ab413c"/>
    <p:sldId xmlns:r="http://schemas.openxmlformats.org/officeDocument/2006/relationships" id="257" r:id="R026a09bb82664bc6"/>
    <p:sldId xmlns:r="http://schemas.openxmlformats.org/officeDocument/2006/relationships" id="258" r:id="R3f16478102c04025"/>
    <p:sldId xmlns:r="http://schemas.openxmlformats.org/officeDocument/2006/relationships" id="259" r:id="R042e91e641d14d78"/>
    <p:sldId xmlns:r="http://schemas.openxmlformats.org/officeDocument/2006/relationships" id="260" r:id="R53ccdfb0d71f4fa9"/>
    <p:sldId xmlns:r="http://schemas.openxmlformats.org/officeDocument/2006/relationships" id="261" r:id="R5404b93403404111"/>
    <p:sldId xmlns:r="http://schemas.openxmlformats.org/officeDocument/2006/relationships" id="262" r:id="R20e18465043b4a9e"/>
    <p:sldId xmlns:r="http://schemas.openxmlformats.org/officeDocument/2006/relationships" id="263" r:id="R20cb03e377e8450a"/>
    <p:sldId xmlns:r="http://schemas.openxmlformats.org/officeDocument/2006/relationships" id="264" r:id="R6d702ce35bae45fe"/>
    <p:sldId xmlns:r="http://schemas.openxmlformats.org/officeDocument/2006/relationships" id="265" r:id="Rab96d899eb5042ad"/>
    <p:sldId xmlns:r="http://schemas.openxmlformats.org/officeDocument/2006/relationships" id="266" r:id="Rc1d1bac9343c4e87"/>
    <p:sldId xmlns:r="http://schemas.openxmlformats.org/officeDocument/2006/relationships" id="267" r:id="R86744bd1645044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eaf6559e044c9" /><Relationship Type="http://schemas.openxmlformats.org/officeDocument/2006/relationships/slideMaster" Target="/ppt/slideMasters/slideMaster1.xml" Id="R3662d54a5e3a4626" /><Relationship Type="http://schemas.openxmlformats.org/officeDocument/2006/relationships/notesMaster" Target="/ppt/notesMasters/notesMaster1.xml" Id="Reb2878967cf94960" /><Relationship Type="http://schemas.openxmlformats.org/officeDocument/2006/relationships/presProps" Target="/ppt/presProps.xml" Id="Rf43704e3695c4754" /><Relationship Type="http://schemas.openxmlformats.org/officeDocument/2006/relationships/tableStyles" Target="/ppt/tableStyles.xml" Id="Rf2390a17dbd546f3" /><Relationship Type="http://schemas.openxmlformats.org/officeDocument/2006/relationships/slide" Target="/ppt/slides/slide1.xml" Id="Rec1a89f3b7ab413c" /><Relationship Type="http://schemas.openxmlformats.org/officeDocument/2006/relationships/slide" Target="/ppt/slides/slide2.xml" Id="R026a09bb82664bc6" /><Relationship Type="http://schemas.openxmlformats.org/officeDocument/2006/relationships/slide" Target="/ppt/slides/slide3.xml" Id="R3f16478102c04025" /><Relationship Type="http://schemas.openxmlformats.org/officeDocument/2006/relationships/slide" Target="/ppt/slides/slide4.xml" Id="R042e91e641d14d78" /><Relationship Type="http://schemas.openxmlformats.org/officeDocument/2006/relationships/slide" Target="/ppt/slides/slide5.xml" Id="R53ccdfb0d71f4fa9" /><Relationship Type="http://schemas.openxmlformats.org/officeDocument/2006/relationships/slide" Target="/ppt/slides/slide6.xml" Id="R5404b93403404111" /><Relationship Type="http://schemas.openxmlformats.org/officeDocument/2006/relationships/slide" Target="/ppt/slides/slide7.xml" Id="R20e18465043b4a9e" /><Relationship Type="http://schemas.openxmlformats.org/officeDocument/2006/relationships/slide" Target="/ppt/slides/slide8.xml" Id="R20cb03e377e8450a" /><Relationship Type="http://schemas.openxmlformats.org/officeDocument/2006/relationships/slide" Target="/ppt/slides/slide9.xml" Id="R6d702ce35bae45fe" /><Relationship Type="http://schemas.openxmlformats.org/officeDocument/2006/relationships/slide" Target="/ppt/slides/slide10.xml" Id="Rab96d899eb5042ad" /><Relationship Type="http://schemas.openxmlformats.org/officeDocument/2006/relationships/slide" Target="/ppt/slides/slide11.xml" Id="Rc1d1bac9343c4e87" /><Relationship Type="http://schemas.openxmlformats.org/officeDocument/2006/relationships/slide" Target="/ppt/slides/slide12.xml" Id="R86744bd16450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417c43a64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a912ca51614456" /><Relationship Type="http://schemas.openxmlformats.org/officeDocument/2006/relationships/notesMaster" Target="/ppt/notesMasters/notesMaster1.xml" Id="R1319c5cf833143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61811134a4c62" /><Relationship Type="http://schemas.openxmlformats.org/officeDocument/2006/relationships/notesMaster" Target="/ppt/notesMasters/notesMaster1.xml" Id="Rb732b1662e2245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f5e6951c044cc6" /><Relationship Type="http://schemas.openxmlformats.org/officeDocument/2006/relationships/notesMaster" Target="/ppt/notesMasters/notesMaster1.xml" Id="Rfc58e2f19bf54e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7e866e00c34794" /><Relationship Type="http://schemas.openxmlformats.org/officeDocument/2006/relationships/notesMaster" Target="/ppt/notesMasters/notesMaster1.xml" Id="R2c40da16e0634d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d5cad5403746cd" /><Relationship Type="http://schemas.openxmlformats.org/officeDocument/2006/relationships/notesMaster" Target="/ppt/notesMasters/notesMaster1.xml" Id="R78486e3e473c4a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b73d360a0044b1" /><Relationship Type="http://schemas.openxmlformats.org/officeDocument/2006/relationships/notesMaster" Target="/ppt/notesMasters/notesMaster1.xml" Id="Rd3b606d9b4bf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5d0bed4354f14" /><Relationship Type="http://schemas.openxmlformats.org/officeDocument/2006/relationships/notesMaster" Target="/ppt/notesMasters/notesMaster1.xml" Id="Rd4ab257cfa2d47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5f1da0f9e848d6" /><Relationship Type="http://schemas.openxmlformats.org/officeDocument/2006/relationships/notesMaster" Target="/ppt/notesMasters/notesMaster1.xml" Id="R893513be307d41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0d971248f24b07" /><Relationship Type="http://schemas.openxmlformats.org/officeDocument/2006/relationships/notesMaster" Target="/ppt/notesMasters/notesMaster1.xml" Id="R5b359d50dd804b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06bdad42714aa0" /><Relationship Type="http://schemas.openxmlformats.org/officeDocument/2006/relationships/notesMaster" Target="/ppt/notesMasters/notesMaster1.xml" Id="R3701c352c8ba43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97f15fbc0a4f23" /><Relationship Type="http://schemas.openxmlformats.org/officeDocument/2006/relationships/notesMaster" Target="/ppt/notesMasters/notesMaster1.xml" Id="Rba94ede8956244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c705a0016944ea" /><Relationship Type="http://schemas.openxmlformats.org/officeDocument/2006/relationships/notesMaster" Target="/ppt/notesMasters/notesMaster1.xml" Id="R0065e734c1c846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Mathematics and Statistics for Machine Learning. Build the numerical language used to represent data, measure error, and improve 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basic arithmetic, python expressions, arrays, and averages. By the end, you will explain vectors and matrices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vectors and matrices, probability, loss functions, gradients.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Matrix multiplication produces predictions; loss measures error; a gradient gives the direction of fastest local loss increase.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vector: An ordered list of numbers. matrix: A rectangular grid of numbers. gradient: One derivative for each 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For x=[2,3], w=[0.4,-0.1], and b=0.2, calculate x·w+b=0.7, then compare with target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0.7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`(n,k) @ (k,m)` is valid because the shared dimension represents the same features. Variance measures average squared distance from the mean; standard deviation restores original units. A derivative is local slope; a gradient collects one local slope per parameter. Gradient descent moves opposite the gradient by a distance controlled by the learning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https://github.com/curiousily/AI-Bootcamp/blob/master/README.md.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Multiplying arrays without checking compatible dimensions. Changing a parameter without connecting the update to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Calculate vector shapes, a dot product, squared error, and one parameter update with visible intermediate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vectors and matrices, probability, loss functions, gradients. Verification evidence: Check every array shape and compare an analytical gradient with a finite-difference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https://github.com/curiousily/AI-Bootcamp/blob/master/README.md</a:t>
            </a:r>
          </a:p>
          <a:p xmlns:a="http://schemas.openxmlformats.org/drawingml/2006/main">
            <a:r>
              <a:t>- https://numpy.org/doc/stable/</a:t>
            </a:r>
          </a:p>
          <a:p xmlns:a="http://schemas.openxmlformats.org/drawingml/2006/main">
            <a:r>
              <a:t>- https://mml-book.github.io/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f409d960447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54f082bfc4489b" /><Relationship Type="http://schemas.openxmlformats.org/officeDocument/2006/relationships/slideLayout" Target="/ppt/slideLayouts/slideLayout1.xml" Id="R3dddea36804443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ddea36804443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1fda62c0148bd" /><Relationship Type="http://schemas.openxmlformats.org/officeDocument/2006/relationships/image" Target="/ppt/media/image.png" Id="R7a636a4fade04307" /><Relationship Type="http://schemas.openxmlformats.org/officeDocument/2006/relationships/image" Target="/ppt/media/image2.png" Id="Rd0b812ebe97f46fa" /><Relationship Type="http://schemas.openxmlformats.org/officeDocument/2006/relationships/notesSlide" Target="/ppt/notesSlides/notesSlide1.xml" Id="Ra416fe2008804f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6c1c24e804b49" /><Relationship Type="http://schemas.openxmlformats.org/officeDocument/2006/relationships/notesSlide" Target="/ppt/notesSlides/notesSlide2.xml" Id="R31dee4ceaf7144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9107a55b14d87" /><Relationship Type="http://schemas.openxmlformats.org/officeDocument/2006/relationships/notesSlide" Target="/ppt/notesSlides/notesSlide3.xml" Id="Rcff017584a1f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f7a30ec20439e" /><Relationship Type="http://schemas.openxmlformats.org/officeDocument/2006/relationships/notesSlide" Target="/ppt/notesSlides/notesSlide4.xml" Id="Ra514910485a44c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0ba931415415c" /><Relationship Type="http://schemas.openxmlformats.org/officeDocument/2006/relationships/notesSlide" Target="/ppt/notesSlides/notesSlide5.xml" Id="Rb1fb52cbc63349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d12fe55664830" /><Relationship Type="http://schemas.openxmlformats.org/officeDocument/2006/relationships/notesSlide" Target="/ppt/notesSlides/notesSlide6.xml" Id="R9d6be33798f845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d9dc3a1c4199" /><Relationship Type="http://schemas.openxmlformats.org/officeDocument/2006/relationships/notesSlide" Target="/ppt/notesSlides/notesSlide7.xml" Id="R60707f21749042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304d5da574e72" /><Relationship Type="http://schemas.openxmlformats.org/officeDocument/2006/relationships/notesSlide" Target="/ppt/notesSlides/notesSlide8.xml" Id="R683c07389c114b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3cd7e7ac84532" /><Relationship Type="http://schemas.openxmlformats.org/officeDocument/2006/relationships/notesSlide" Target="/ppt/notesSlides/notesSlide9.xml" Id="Rd540959be29145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0f7190dff4b2a" /><Relationship Type="http://schemas.openxmlformats.org/officeDocument/2006/relationships/notesSlide" Target="/ppt/notesSlides/notesSlide10.xml" Id="Rd1e04fedd9344f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b0a4822c54faf" /><Relationship Type="http://schemas.openxmlformats.org/officeDocument/2006/relationships/notesSlide" Target="/ppt/notesSlides/notesSlide11.xml" Id="R65f495f385774e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4d1b38124cc8" /><Relationship Type="http://schemas.openxmlformats.org/officeDocument/2006/relationships/image" Target="/ppt/media/image3.png" Id="Rad8733cc88a9489b" /><Relationship Type="http://schemas.openxmlformats.org/officeDocument/2006/relationships/notesSlide" Target="/ppt/notesSlides/notesSlide12.xml" Id="R7002ca4645c346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0C0E3-B9DD-47F8-946A-3D302237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36a4fade04307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12978-9A00-430C-90F6-9382C6D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59E50-38A7-44E5-942C-F4273878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05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24F2-50F4-4965-8EE7-39A8816A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Mathematics and Statistics for Machine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6D459-6C51-44E2-8EE3-16405027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64EDD-85B0-4967-B855-40FB501A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Build the numerical language used to represent data, measure error, and improve a model.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812ebe97f46fa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19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D8DE8-2C47-4642-AF37-3798170D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EB471-8D90-4C2E-A535-E7E63C7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C3025-E234-4C2F-8CA6-07DEEC92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4D43F-EE4A-4EFD-B679-C2FF8257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A58A6-87EC-4613-9824-9948A24D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A8E6A-6B1E-4BE6-B557-B97FD3A0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B1310-F669-4C49-AE8F-61D24AA3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Basic arithmetic, Python expressions, arrays, and averages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E4346-6F05-40AF-B2C8-30069244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163E4-F8AA-4AC1-81AC-3C5043AB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vectors and matrices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8422E-558A-44D3-8C2D-D47627B0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06BD6-7FAA-473F-BBCD-C4AAC234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probability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C580C-5AEE-419D-8C12-13F4435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B24D5-8642-4B19-B898-3408D42E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gradients.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49BD1-A45E-4D8D-95A3-9A7C1065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EB01E-2480-4271-B7A0-0FF57CE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3944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C4DB5-43E8-4387-9216-58AA6E05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D82A0-2635-4D3C-9D06-F42B5E38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84573-E8C6-485F-8097-8399ED90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2CAA8-5F75-4EC6-85F7-5F569D6B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50909-DDF3-437C-838D-04E099F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958C9-F242-4004-BE6E-DB043430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9E28-8A36-49B9-B6C5-E89BD5A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Build the numerical language used to represent data, measure error, and improve a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69A07-942F-4796-B3D3-AD48AF13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652C4-5686-4B26-9EBB-782D7FA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vectors and matrices: A vector represents one ordered feature set; a matrix stacks vectors so one operation can transform many examples.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8F08-FCC2-4CD6-81D2-165B2B9C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CB0F8-C30E-45A4-9B83-BE9D5B39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probability: Probability represents calibrated uncertainty about an outcome on a scale from zero to 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A1A25-887E-4C26-9F9A-E8F7B8A6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AFA95-4FB9-4740-9D08-DC6F5C2D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loss functions: A loss function converts prediction error into a scalar objective whose definition determines what training rewards.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865D9-F28A-4D4A-B8D4-B61132DB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8A9A8-DBC5-4CB1-94A2-A301E51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gradients: A gradient gives the local rate and direction of loss change for every trainable parameter.</a:t>
            </a:r>
          </a:p>
        </p:txBody>
      </p:sp>
    </p:spTree>
    <p:extLst>
      <p:ext uri="{BB962C8B-B14F-4D97-AF65-F5344CB8AC3E}">
        <p14:creationId xmlns:p14="http://schemas.microsoft.com/office/powerpoint/2010/main" val="1503157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62B31-49D4-4FA1-98AB-45ACD9F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98DF4-4EDC-4FC5-B925-899E4B0D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1560D-EE98-4285-8FAA-D6EB7FF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E39D4-EF0F-435B-97CC-51C67F21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2CF58-A033-4558-91E0-8CF87643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23B5E-7D9C-4465-A599-E56FFBB0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F9AA1-FF12-45EF-8FC5-AB5F256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EDD83-1724-4111-9F7C-8F08F1F1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vectors and matrices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CCB72-EE2C-49E9-BB48-B69F6E5B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9AFD2-6F6F-4D0B-970F-86F06F6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7DFE2-4A59-4619-8AC8-0898EDAC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3880C-E967-4DFE-A509-6E995E56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FE1C3-B7D0-4E35-B1B3-4844305C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F9BC3-DD98-491E-AC66-E026A958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73F3D-8CAC-44B2-99BD-93B2C715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72B79-2BD7-437C-8D88-11726180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loss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7A832-F5FF-4014-84C9-6417D9C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5352F-1207-4E60-84E1-354CCB8A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554F2-97AD-4B72-A8C8-5E366275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B3E81-B4A5-401A-83F1-5CAEE46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gradients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C88DC-F329-48E9-9DED-F09CC1F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Matrix multiplication produces predictions; loss measures error; a gradient gives the direction of fastest local loss increase.</a:t>
            </a:r>
          </a:p>
        </p:txBody>
      </p:sp>
    </p:spTree>
    <p:extLst>
      <p:ext uri="{BB962C8B-B14F-4D97-AF65-F5344CB8AC3E}">
        <p14:creationId xmlns:p14="http://schemas.microsoft.com/office/powerpoint/2010/main" val="1614724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C8CE8-46C3-4AA2-B878-C450318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53F06-BBFB-4CAB-8728-E8E173CF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C409D-D0A3-405A-A7D2-2856F91D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71D94-B841-4AD3-BE89-F3580E75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867E-CF78-4A4D-A7ED-C8FA0836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99948-07DB-464B-9105-42997CFC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6EC24-3643-4058-B286-A7DA63AD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Matrix multiplication produces predictions; loss measures error; a gradient gives the direction of fastest local loss increase.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D402-5000-4D21-8D82-596B1D6A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E5B08-2B1C-4378-8EE4-3F73B03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vector: An ordered list of numbers.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035D5-EB2E-4068-91F4-2E5D6532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BBE55-8DDA-41EF-A9E0-11C4658A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matrix: A rectangular grid of numbers.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16A7E-A568-4350-85C5-64637AD9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F07EB-BF03-4865-A761-A67E78D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gradient: One derivative for each parameter.</a:t>
            </a:r>
          </a:p>
        </p:txBody>
      </p:sp>
    </p:spTree>
    <p:extLst>
      <p:ext uri="{BB962C8B-B14F-4D97-AF65-F5344CB8AC3E}">
        <p14:creationId xmlns:p14="http://schemas.microsoft.com/office/powerpoint/2010/main" val="1468633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E579C-BED1-491C-B671-DD512BBE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3FAF8-BC10-49F8-8E3C-79BAF4FF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EEDA1-5A9F-4578-9B01-0296CE62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3D961-EE83-4D50-AD7C-98C89070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D1F41-0DC0-47E0-A99E-7226215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5F989-733F-4795-AE29-87D2DE99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For x=[2,3], w=[0.4,-0.1], and b=0.2, calculate x·w+b=0.7, then compare with target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17836-C666-413D-8987-322AFAB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BF815-A686-4E62-BE1A-067BCB41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12D45-42F3-485F-BC19-15D59365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94FB2-F5C5-474B-AEF9-9D105896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42E95-C661-49AB-A9DF-8BC0758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6BF08-424D-4B46-B0F7-A5AD97B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3E457-66BD-45FC-B37C-24BC06C9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54517-B9E9-482D-9F0D-FD6F22D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0D6AC-B4E5-4758-80B2-A3EDC111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59519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1D9A9-A991-4E50-9A05-EDADAD28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1CF78-F376-43C5-902E-80345F8F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1FA64-4E7E-4EE1-AD4A-A40820BB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933B-6D47-44C6-8377-3B1C31BE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F46B5-6162-48BE-ADBE-55735E0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A30C4-AADE-477A-9D59-1F3AE5C2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FE8E2-CA37-4468-A2D1-AEFD3CF5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30F31-498B-42D0-BF6D-E193574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E2F6B-6B75-4853-906E-4450159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3A240-BB25-4FF4-9FC7-4F693FC4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AB6A3-1C17-43A4-933A-F71703A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import numpy as np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x = np.array([2.0, 3.0])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w = np.array([0.4, -0.1])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prediction = x @ w + 0.2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print(prediction)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8EF84-FA52-4494-8E2E-535599E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06193-F5D9-4007-AEDC-5CC3775D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C2A83-9EF3-469D-89AD-F0F0D1D8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0.7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D8F0F-D252-47AA-B936-F781555F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11084-46C2-437E-8AA9-31234BE2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301003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E3BAE-63A0-41F8-9E8E-D34AA3F4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3D4C9-6402-43CE-A040-DAEDBC1C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25827-E96A-4D51-AA23-D66FDB6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0781F-FF98-4D1F-AA60-DF908620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3C7D0-8FA5-4BA0-8A94-2514E2A6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7843E-8192-4D62-8417-4A3D481A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DEEEE-9DAC-4201-B885-CC0D88C7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71D4E-0875-4302-8E87-85404ECF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`(n,k) @ (k,m)` is valid because the shared dimension represents the same features.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17573-3062-4258-A947-2A3900B1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418C-B62B-427D-B461-91D8A5CC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922E6-FD26-4FE0-9168-70A33EDE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497F2-49DF-4957-BE3E-22BCB4C8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Variance measures average squared distance from the mean; standard deviation restores original units.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0793F-9A0D-4F24-8674-31FC77DB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1EF92-A87B-4499-A38D-1B660CEB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FD006-627F-4C98-AFF4-07E980D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35D4E-E414-447E-A404-82F2C102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 derivative is local slope; a gradient collects one local slope per parameter.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7A4AD-FE99-4DFB-93EA-75E5486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F1EEF-64D3-47CE-8BA8-784B4A5A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EA177-6635-4948-AE86-109D7CFE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32AD4-EDAB-497F-8B11-A9CC4080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Gradient descent moves opposite the gradient by a distance controlled by the learning rate.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CE513-F0AA-4660-9419-482D5F8E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7256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77739-E694-45A2-B805-54F622E5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A59A0-F1B5-43BB-BAE5-B5E03890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B3B81-7F32-4BCD-8BE5-F21A4951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C6521-4B98-4E31-895C-2047F47E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F2C54-CC76-4A8F-BCBF-A276FE0C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06765-E6B3-413E-9A32-E60D7C76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466CC-B040-45FF-897F-C7A7183B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42D03-1EBE-44B1-805F-373F1937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vectors and matrices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6DA36-6672-420D-AE10-03707E48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6E163-33AD-43B2-895E-69337C93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7F5FE-BE0C-45FC-B641-F9D84CB7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EAED6-DFEF-4F17-BA31-19BAA574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D93C0-6D47-423D-BE0D-C23CE805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755FD-39D6-47C4-97F5-729A1E9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3DCF0-AE3C-4FE4-8295-3BE1525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9DE54-D3FA-4AFB-84D0-A11F39BD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loss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82588-57C3-458B-AC1C-3546B8D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874FD-6B6A-41E1-A243-63C84016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E251D-431F-4812-ADE7-5722254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02120-80D9-4900-987A-2FAFA8D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gradients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D61EB-B277-4200-A609-4AFA550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https://github.com/curiousily/AI-Bootcamp/blob/master/README.md.</a:t>
            </a:r>
          </a:p>
        </p:txBody>
      </p:sp>
    </p:spTree>
    <p:extLst>
      <p:ext uri="{BB962C8B-B14F-4D97-AF65-F5344CB8AC3E}">
        <p14:creationId xmlns:p14="http://schemas.microsoft.com/office/powerpoint/2010/main" val="1549601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1FCF7-EAC1-480A-93DE-DA457E9C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B2BFB-349C-439D-9BDF-1E7ED63E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8BE38-A1D6-42A5-966C-9FFCDEE9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962B1-A8A0-4D25-86BB-6C75E860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0BE28-0915-4679-AE6E-5FE321D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68842-A8CE-4EF4-BFD2-B1E7421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5757E-FA60-40FB-A374-06E8945D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30BA7-5357-4EB1-83EA-A66C3D6E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Multiplying arrays without checking compatible dimensions.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CC320-89ED-4BDE-B16D-9A8D41C7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A3A55-BF4D-41BA-AD1B-FA494A0B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5202A-98D5-4CFE-8ED6-0D07186C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Changing a parameter without connecting the update to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6821-CB5C-441A-A309-2F64B1FF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9994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4B1B2-6119-49B7-98CF-7907705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B42B3-0ED3-4148-A9D3-75A06E3D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F07A2-06D5-4AC7-9BC6-F2509AB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A8E5A-CBEB-4FA0-8B52-2452F21F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D7304-26C2-4B18-B4A5-C45AB133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Calculate vector shapes, a dot product, squared error, and one parameter update with visible intermediate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7B7A5-AA3F-4FCB-BD88-67C99F96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0E753-B556-4DF1-AC9C-C7519ABF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E96E3-CD4C-4BCE-B1BC-6CE54DA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233C5-327A-4097-B36E-CD9C6365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18121-4547-4FE7-83C4-8F8382D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17EC5-2926-4037-A069-9D90CC84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AF261-5A16-43D1-9705-CFFACB7C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70B6F-5501-4BC2-9BED-A963402C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5C839-ACB6-49A9-87B3-ADE6A000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33DD6-E84C-4CC8-BB4F-DE1E7B26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5794B-FFDE-4FDD-AAF0-6287E9D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46B66-0B92-4136-B77D-12AD3FC1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2760308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7C6EE-417E-4408-8129-B16453E4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97C0D-AA12-43F1-A951-654AA5D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Mathematics and Statistics for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0E8D5-5F40-4C4A-9258-B101DD4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C0904-B4F8-451F-9B82-C02B8228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50BB4-0933-4C67-82A0-1D430EEA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AB6FC-51E8-4996-976C-F7230770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FCFB8-AE54-4626-A2EB-5BBD81D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vectors and matrices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AEDC9-CBB8-4093-9F69-D8B10451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DB916-673B-402C-97A0-35332699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probability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0B20A-63A1-46E6-A6BF-FDF61DEA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828E6-2E3C-4956-9F0E-9767581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gradients.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94DD3-E911-49B3-8E9D-7F9DEE97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EFCA1-203F-461F-AB0B-9CD33A65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mathematical notebook with hand calculations beside matching NumPy results.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733cc88a9489b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5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2026-07-28T16:53:12.6890000Z</dcterms:created>
  <dcterms:modified xsi:type="dcterms:W3CDTF">2026-07-28T16:53:12.6890000Z</dcterms:modified>
</coreProperties>
</file>