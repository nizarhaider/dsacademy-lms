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12e2a1c7c44dbf" /><Relationship Type="http://schemas.openxmlformats.org/officeDocument/2006/relationships/extended-properties" Target="/docProps/app.xml" Id="Ra36211379a0a40e5" /><Relationship Type="http://schemas.openxmlformats.org/officeDocument/2006/relationships/officeDocument" Target="/ppt/presentation.xml" Id="Rd501e17c858945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67267d0309428f"/>
  </p:sldMasterIdLst>
  <p:notesMasterIdLst>
    <p:notesMasterId xmlns:r="http://schemas.openxmlformats.org/officeDocument/2006/relationships" r:id="R6e2c4eb8b679493d"/>
  </p:notesMasterIdLst>
  <p:sldIdLst>
    <p:sldId xmlns:r="http://schemas.openxmlformats.org/officeDocument/2006/relationships" id="256" r:id="R8c6494d9b6864623"/>
    <p:sldId xmlns:r="http://schemas.openxmlformats.org/officeDocument/2006/relationships" id="257" r:id="R7d64d009be7d4b5b"/>
    <p:sldId xmlns:r="http://schemas.openxmlformats.org/officeDocument/2006/relationships" id="258" r:id="R5f6c987303754bf2"/>
    <p:sldId xmlns:r="http://schemas.openxmlformats.org/officeDocument/2006/relationships" id="259" r:id="R2dd8f000977048e0"/>
    <p:sldId xmlns:r="http://schemas.openxmlformats.org/officeDocument/2006/relationships" id="260" r:id="Rf625b976fd3e4512"/>
    <p:sldId xmlns:r="http://schemas.openxmlformats.org/officeDocument/2006/relationships" id="261" r:id="R9c78c9fdfba248b0"/>
    <p:sldId xmlns:r="http://schemas.openxmlformats.org/officeDocument/2006/relationships" id="262" r:id="R99b885458e3745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15275787cd43d9" /><Relationship Type="http://schemas.openxmlformats.org/officeDocument/2006/relationships/slideMaster" Target="/ppt/slideMasters/slideMaster1.xml" Id="R4767267d0309428f" /><Relationship Type="http://schemas.openxmlformats.org/officeDocument/2006/relationships/notesMaster" Target="/ppt/notesMasters/notesMaster1.xml" Id="R6e2c4eb8b679493d" /><Relationship Type="http://schemas.openxmlformats.org/officeDocument/2006/relationships/presProps" Target="/ppt/presProps.xml" Id="Rb01cd1a8e47349f1" /><Relationship Type="http://schemas.openxmlformats.org/officeDocument/2006/relationships/tableStyles" Target="/ppt/tableStyles.xml" Id="R7d0130676b974ed3" /><Relationship Type="http://schemas.openxmlformats.org/officeDocument/2006/relationships/slide" Target="/ppt/slides/slide1.xml" Id="R8c6494d9b6864623" /><Relationship Type="http://schemas.openxmlformats.org/officeDocument/2006/relationships/slide" Target="/ppt/slides/slide2.xml" Id="R7d64d009be7d4b5b" /><Relationship Type="http://schemas.openxmlformats.org/officeDocument/2006/relationships/slide" Target="/ppt/slides/slide3.xml" Id="R5f6c987303754bf2" /><Relationship Type="http://schemas.openxmlformats.org/officeDocument/2006/relationships/slide" Target="/ppt/slides/slide4.xml" Id="R2dd8f000977048e0" /><Relationship Type="http://schemas.openxmlformats.org/officeDocument/2006/relationships/slide" Target="/ppt/slides/slide5.xml" Id="Rf625b976fd3e4512" /><Relationship Type="http://schemas.openxmlformats.org/officeDocument/2006/relationships/slide" Target="/ppt/slides/slide6.xml" Id="R9c78c9fdfba248b0" /><Relationship Type="http://schemas.openxmlformats.org/officeDocument/2006/relationships/slide" Target="/ppt/slides/slide7.xml" Id="R99b885458e3745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811cf284864d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982a22c6e04de5" /><Relationship Type="http://schemas.openxmlformats.org/officeDocument/2006/relationships/notesMaster" Target="/ppt/notesMasters/notesMaster1.xml" Id="R612139a377c041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04d0e6f5614b4e" /><Relationship Type="http://schemas.openxmlformats.org/officeDocument/2006/relationships/notesMaster" Target="/ppt/notesMasters/notesMaster1.xml" Id="R25e3534f4c1541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8cff78acdb49b4" /><Relationship Type="http://schemas.openxmlformats.org/officeDocument/2006/relationships/notesMaster" Target="/ppt/notesMasters/notesMaster1.xml" Id="R0929f01e0e184a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ada70ff2a847f9" /><Relationship Type="http://schemas.openxmlformats.org/officeDocument/2006/relationships/notesMaster" Target="/ppt/notesMasters/notesMaster1.xml" Id="R84fbd6e8305c4a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9d7398dec04d70" /><Relationship Type="http://schemas.openxmlformats.org/officeDocument/2006/relationships/notesMaster" Target="/ppt/notesMasters/notesMaster1.xml" Id="R241e0326c40f4b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f49a803fe64c80" /><Relationship Type="http://schemas.openxmlformats.org/officeDocument/2006/relationships/notesMaster" Target="/ppt/notesMasters/notesMaster1.xml" Id="R3182a8b9c3404a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010649ceca4e02" /><Relationship Type="http://schemas.openxmlformats.org/officeDocument/2006/relationships/notesMaster" Target="/ppt/notesMasters/notesMaster1.xml" Id="R0fa420e2f72b44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capstone demonstrates valuable problem selection, trustworthy data, valid evaluation, reliable software, and an honest recommendation. We rehearse the path and prepare a fallback.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12, session 2: Capstone Integration and Demo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Integrate data, modelling, software, and communication. Run a live demo with a tested fallback. Defend tradeoffs and define the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Capstone Integration and Demo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integration, demo design, tradeoffs, roadmaps.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Capstone Integration and Demo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Capstone Integration and Demo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Capstone Integration and Demo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A deployed capstone, repository, model card, deck, and demo recording.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12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capstone demonstrates valuable problem selection, trustworthy data, valid evaluation, reliable software, and an honest recommendation. We rehearse the path and prepare a fallback.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Capstone Integration and Demo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7fe429249d4a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d5e67ee9ca42ec" /><Relationship Type="http://schemas.openxmlformats.org/officeDocument/2006/relationships/slideLayout" Target="/ppt/slideLayouts/slideLayout1.xml" Id="R5907d9b1aba04a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07d9b1aba04a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fe0727a4548d2" /><Relationship Type="http://schemas.openxmlformats.org/officeDocument/2006/relationships/image" Target="/ppt/media/image.png" Id="Rd14b938b789f4886" /><Relationship Type="http://schemas.openxmlformats.org/officeDocument/2006/relationships/image" Target="/ppt/media/image2.png" Id="Ra6626e6834114945" /><Relationship Type="http://schemas.openxmlformats.org/officeDocument/2006/relationships/notesSlide" Target="/ppt/notesSlides/notesSlide1.xml" Id="Rdc5b33653beb4d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2c85b63f047a8" /><Relationship Type="http://schemas.openxmlformats.org/officeDocument/2006/relationships/notesSlide" Target="/ppt/notesSlides/notesSlide2.xml" Id="Reb8607e5d4e843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de8016a1240eb" /><Relationship Type="http://schemas.openxmlformats.org/officeDocument/2006/relationships/notesSlide" Target="/ppt/notesSlides/notesSlide3.xml" Id="R9c2b8c804f3b48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7071cc3054b40" /><Relationship Type="http://schemas.openxmlformats.org/officeDocument/2006/relationships/notesSlide" Target="/ppt/notesSlides/notesSlide4.xml" Id="Rac99ca81fc674a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5f7d4a4a545ad" /><Relationship Type="http://schemas.openxmlformats.org/officeDocument/2006/relationships/notesSlide" Target="/ppt/notesSlides/notesSlide5.xml" Id="R0ca76c67389e49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b8ec02b284cea" /><Relationship Type="http://schemas.openxmlformats.org/officeDocument/2006/relationships/notesSlide" Target="/ppt/notesSlides/notesSlide6.xml" Id="Ra4a8fe406b9f45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09d4cc58c4b8a" /><Relationship Type="http://schemas.openxmlformats.org/officeDocument/2006/relationships/notesSlide" Target="/ppt/notesSlides/notesSlide7.xml" Id="R2bd64093f6bd48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BE42A-2719-4B2B-A4C6-B770BD5D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4DA1E-B4C1-426C-994F-A97765A1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b938b789f4886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8D75A-0957-4860-A41C-0C59A85F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12  ·  SESSION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7494E-975D-47E9-804E-0835033A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Capstone Integration and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4DBC1-55EC-47D6-9189-0C766325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F024A-820B-4758-8FA3-82836F71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Turn technical evidence into a defensible product decision and live demonstration.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26e6834114945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815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67CC6-4805-4C8B-92CC-E90B09DF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2BC3C-3803-445F-AF5A-7FFA05C6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12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11259-1041-479F-965D-6534D36B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75CAB-07A4-43BC-9342-5E0A26B3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5D5C6-1A50-4CB2-BFD9-63E973D8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E4AE4-DC4B-4DAC-B561-7043C82D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C1400-4F37-42E1-8DBA-3BC17B3B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739D0-ECD7-4FBA-96C8-A5DEA305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Integrate data, modelling, software, and communication.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DA959-C41D-482C-A3D1-2E59B323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D41E9-EB6D-4FC0-94A6-4E29FB22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97A79-D719-4DEC-BD23-3D0EE021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Run a live demo with a tested fallback.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96A01-95C8-42FB-A672-F3A57C53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4B25D-9266-495F-80BD-6F73B1AF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60F60-394A-4DC3-AF06-68F2BC53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Defend tradeoffs and define the next step.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CF4D8-2EBB-4A07-93D5-C8419D19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C57537-1942-4B9B-B894-AAED5773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670042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86192F-672A-42B4-A679-B90820BE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AA105-404A-49D4-894A-E7079240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12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18DEA-9FE4-4305-A645-61D84BAD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27205-5AA0-4FE8-AF4A-B1EFED0F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6D962-0949-4892-B087-CA6F0A40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327CD-B6C2-4E4E-9C25-6EE4FCC1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98346-44D3-4916-AD30-A0FC0F4B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51E84-3763-45D1-9B23-3519FEFA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D461A-95AC-4E56-A830-FC1EE3D5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integration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A1D20-89CB-4AF5-A66B-5F3F77FE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FB5E9-EFD7-447B-9DD3-C6A19187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CEB49-E0C7-4506-B050-CDC00EAF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6FA591-B96B-4957-8999-A05B37C6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demo 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9E9C5A-525F-4AB6-BCF9-646F8974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6822F-8311-4BA2-BAC8-305118CE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84E68A-BF6D-4D4B-8BE2-DBE875E9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060F0C-1420-4CD8-A93E-7967DDF3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tradeoffs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D3EB4-99FF-4F89-8E30-CC67459D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572E5D-77A0-40B7-89CE-F0598CA7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77CC0-EA0E-437F-B02C-FA3CC753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BD50A2-C88A-49E0-AD54-AAF372FE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6C690F-59EF-4AAA-B35C-F207BA48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9CFB3F-E147-478E-9EAD-6C37CAC8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221163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5B4B3F-63EF-4657-A833-118B9023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D141B-B50A-4124-AF1F-46111B9C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ADB02-26C8-46EA-8320-24335B03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6534E-F744-41B8-8C81-25731301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2DA53-52C2-48C6-BA71-D50104EE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16691-FEF1-4929-BC75-2A5233F5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C4806-C017-4908-BC38-0DDD994A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37199-AE24-4C61-B8BA-36EAF6A4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E9E68-37A3-45FC-9DE5-533D9DDE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22B79-FF53-440B-967F-27001B9E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487DE-C16C-421C-962F-46D0B009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14C610-C335-4428-82CE-DF2C9F74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4CA0D-FD21-463F-8F49-23E4E7E5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D8F86-5F1D-47E3-BE63-642C0FC7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3DD49-B0B4-42FA-A90D-04AA1FD3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A8BE4-6692-4899-9BFD-2B114489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D9D43D-6377-4111-89D4-A89B823A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C751C2-1967-41B0-9AA9-E219123A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Rehearse the capstone from problem statement to monitored prediction.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BFC8A-8389-4453-8AB0-9DCE0C4C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17876872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1852E1-FB5A-4FD9-BF6B-BFEBCB66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D86CB-BC29-4824-854F-F6135BF1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12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73527-B1EF-41F0-B9F5-70F55573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85FB2-8E1A-4B85-A98E-51D5BAE1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C37E6-AC9C-43B1-AC6B-A25EE99F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279CD-5725-43A8-A6D8-2E807F3F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7EF52-6F01-48C3-9DF7-D0C65A80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BFA5D-96DA-4EFB-A6FB-8657F09F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Rehearse the capstone from problem statement to monitored prediction.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645C8-02BC-4DD9-BC81-D863653A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27E8E-5933-4182-8752-7D73C0C3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5D501-9927-4215-AEC4-54549C3D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75BF8-F1AC-4604-8540-CEFB1D9B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32904-2CD2-47FC-B8B5-D22D4E6A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53414-B3B5-41F0-9C79-1B7398B9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882FF-082E-4460-AF52-4C86D8E3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5B6AD-4FA8-4B62-9D86-4936B4BE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BC0EB6-21FD-4A3F-9189-9405ADA4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085019-5E56-41E0-B543-1FDB3456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9DE8ED-61E2-4512-BBBA-913B6F14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A20347-393E-44D7-A31C-6D9B5A78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71FDAB-AB3C-4BCE-8912-DBAB983A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F96E16-211E-49E6-9313-EFA47F76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269CC7-76D8-43C1-9F50-513399B2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812DC6-40EF-4806-88BC-BC0D2FD4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FB3515-F3CC-4D8E-B24F-E89F3361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9D354B-83EB-4618-A22B-3CBA62E2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69271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4377EF-F9A2-4D59-A1F4-F63508AE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833B4-D741-4CB2-8162-7BFF1870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12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EE77F-6040-4805-AC6A-CA788912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5228E-29B1-4CFB-B68D-3CCAEBA6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F1F3C-5321-4C34-8E6F-9CE20205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F75F2-F7DA-4FDA-A928-F7C0DAFB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 deployed capstone, repository, model card, deck, and demo recording.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1A652-196F-4B1F-A628-F39FE715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C12C6-5223-47C8-8C97-E330D6D3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D6560-824B-4F38-90E3-E69B07BC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FD1F4-A948-4447-8B8B-3615C42A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BDA3F-D4E5-460C-87C6-2E74CA32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AE492-5F8E-4814-A56B-4783C490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1CF67-7D05-4185-B63D-6BDCEBF6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DC93F-0559-402C-B647-6C6A8D29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1C6E8-F8AD-4942-8C2C-62AAE8CF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5CFA7-FC44-4B42-8C03-2AFFAB43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Production-Minded Capstone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7C623-500C-4DCC-AE23-BF4ECEC4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Problem 20%, evaluation 20%, engineering 20%, usability 15%, communication 15%, responsibility 10%.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C17DC2-0094-4624-A4D0-EB06E179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EDB30-D325-4F79-AC0E-3330C69A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698866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71F12-2CD2-4E90-A475-1BD0AD74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6D87C-5132-4ABB-9C8E-EFA3446F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2F226-1348-4A39-B7F9-D9AC3931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DAAB2-27DC-4CA3-9433-0F2BA4C7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B5BF8-8E60-4153-94E5-477ECCE2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integration + demo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7018A-A614-4832-8DB9-DC7CF82E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B4F2A-4787-436D-8A83-8B36A71C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4EF61-47EB-453A-9274-722AA699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Rehearse the capstone from problem statement to monitored prediction.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89BC8-760C-4950-8CB1-60133091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8E4A5-9B8A-4131-92F2-0977BF3E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4668F-FDC8-4373-8BE1-30C08A63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 deployed capstone, repository, model card, deck, and demo recording.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45B68-0D6A-4B85-A53A-FC343C73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46EA9-207E-45E5-8CAF-938D6B79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3014D-A5C7-41D0-85F6-AEA47504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37EC3-0839-43B7-A775-4A91E92A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507080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2026-07-27T08:01:13.4810000Z</dcterms:created>
  <dcterms:modified xsi:type="dcterms:W3CDTF">2026-07-27T08:01:13.4810000Z</dcterms:modified>
</coreProperties>
</file>