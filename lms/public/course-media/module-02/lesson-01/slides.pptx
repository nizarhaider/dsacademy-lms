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bab4b5cacf44a0" /><Relationship Type="http://schemas.openxmlformats.org/officeDocument/2006/relationships/extended-properties" Target="/docProps/app.xml" Id="R5e903f1aff5b40cb" /><Relationship Type="http://schemas.openxmlformats.org/officeDocument/2006/relationships/officeDocument" Target="/ppt/presentation.xml" Id="Rbdcae153ed3e48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8295ebbeb84ace"/>
  </p:sldMasterIdLst>
  <p:notesMasterIdLst>
    <p:notesMasterId xmlns:r="http://schemas.openxmlformats.org/officeDocument/2006/relationships" r:id="R40dfd9598c73472f"/>
  </p:notesMasterIdLst>
  <p:sldIdLst>
    <p:sldId xmlns:r="http://schemas.openxmlformats.org/officeDocument/2006/relationships" id="256" r:id="R934e18a936214401"/>
    <p:sldId xmlns:r="http://schemas.openxmlformats.org/officeDocument/2006/relationships" id="257" r:id="Rcd885e5680064984"/>
    <p:sldId xmlns:r="http://schemas.openxmlformats.org/officeDocument/2006/relationships" id="258" r:id="R536dddfd53824fff"/>
    <p:sldId xmlns:r="http://schemas.openxmlformats.org/officeDocument/2006/relationships" id="259" r:id="R96405dad99854152"/>
    <p:sldId xmlns:r="http://schemas.openxmlformats.org/officeDocument/2006/relationships" id="260" r:id="R078bbfc23e534a8b"/>
    <p:sldId xmlns:r="http://schemas.openxmlformats.org/officeDocument/2006/relationships" id="261" r:id="R959658b43c114fd4"/>
    <p:sldId xmlns:r="http://schemas.openxmlformats.org/officeDocument/2006/relationships" id="262" r:id="Rd16bc35111824d1a"/>
    <p:sldId xmlns:r="http://schemas.openxmlformats.org/officeDocument/2006/relationships" id="263" r:id="Ra34cd1b4824d4518"/>
    <p:sldId xmlns:r="http://schemas.openxmlformats.org/officeDocument/2006/relationships" id="264" r:id="R47bf9965a2464abb"/>
    <p:sldId xmlns:r="http://schemas.openxmlformats.org/officeDocument/2006/relationships" id="265" r:id="R0402a5c1e0fe48d7"/>
    <p:sldId xmlns:r="http://schemas.openxmlformats.org/officeDocument/2006/relationships" id="266" r:id="R823ab058cf834a45"/>
    <p:sldId xmlns:r="http://schemas.openxmlformats.org/officeDocument/2006/relationships" id="267" r:id="Rc791964d243542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f5b7361f244c69" /><Relationship Type="http://schemas.openxmlformats.org/officeDocument/2006/relationships/slideMaster" Target="/ppt/slideMasters/slideMaster1.xml" Id="Rfe8295ebbeb84ace" /><Relationship Type="http://schemas.openxmlformats.org/officeDocument/2006/relationships/notesMaster" Target="/ppt/notesMasters/notesMaster1.xml" Id="R40dfd9598c73472f" /><Relationship Type="http://schemas.openxmlformats.org/officeDocument/2006/relationships/presProps" Target="/ppt/presProps.xml" Id="R8a5dae5e66d14068" /><Relationship Type="http://schemas.openxmlformats.org/officeDocument/2006/relationships/tableStyles" Target="/ppt/tableStyles.xml" Id="Rda05b4ad9a5341e8" /><Relationship Type="http://schemas.openxmlformats.org/officeDocument/2006/relationships/slide" Target="/ppt/slides/slide1.xml" Id="R934e18a936214401" /><Relationship Type="http://schemas.openxmlformats.org/officeDocument/2006/relationships/slide" Target="/ppt/slides/slide2.xml" Id="Rcd885e5680064984" /><Relationship Type="http://schemas.openxmlformats.org/officeDocument/2006/relationships/slide" Target="/ppt/slides/slide3.xml" Id="R536dddfd53824fff" /><Relationship Type="http://schemas.openxmlformats.org/officeDocument/2006/relationships/slide" Target="/ppt/slides/slide4.xml" Id="R96405dad99854152" /><Relationship Type="http://schemas.openxmlformats.org/officeDocument/2006/relationships/slide" Target="/ppt/slides/slide5.xml" Id="R078bbfc23e534a8b" /><Relationship Type="http://schemas.openxmlformats.org/officeDocument/2006/relationships/slide" Target="/ppt/slides/slide6.xml" Id="R959658b43c114fd4" /><Relationship Type="http://schemas.openxmlformats.org/officeDocument/2006/relationships/slide" Target="/ppt/slides/slide7.xml" Id="Rd16bc35111824d1a" /><Relationship Type="http://schemas.openxmlformats.org/officeDocument/2006/relationships/slide" Target="/ppt/slides/slide8.xml" Id="Ra34cd1b4824d4518" /><Relationship Type="http://schemas.openxmlformats.org/officeDocument/2006/relationships/slide" Target="/ppt/slides/slide9.xml" Id="R47bf9965a2464abb" /><Relationship Type="http://schemas.openxmlformats.org/officeDocument/2006/relationships/slide" Target="/ppt/slides/slide10.xml" Id="R0402a5c1e0fe48d7" /><Relationship Type="http://schemas.openxmlformats.org/officeDocument/2006/relationships/slide" Target="/ppt/slides/slide11.xml" Id="R823ab058cf834a45" /><Relationship Type="http://schemas.openxmlformats.org/officeDocument/2006/relationships/slide" Target="/ppt/slides/slide12.xml" Id="Rc791964d243542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99f9bf8b5f41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218eada91b4f94" /><Relationship Type="http://schemas.openxmlformats.org/officeDocument/2006/relationships/notesMaster" Target="/ppt/notesMasters/notesMaster1.xml" Id="R383496ec7f3844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ad85fc37f241e2" /><Relationship Type="http://schemas.openxmlformats.org/officeDocument/2006/relationships/notesMaster" Target="/ppt/notesMasters/notesMaster1.xml" Id="R572bfe6888ca48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5afe9c2edc4ef1" /><Relationship Type="http://schemas.openxmlformats.org/officeDocument/2006/relationships/notesMaster" Target="/ppt/notesMasters/notesMaster1.xml" Id="Rfea790c6a9bf43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8626caf3eb4b6c" /><Relationship Type="http://schemas.openxmlformats.org/officeDocument/2006/relationships/notesMaster" Target="/ppt/notesMasters/notesMaster1.xml" Id="Rae14faea0fed47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c7cd6c5cff4a25" /><Relationship Type="http://schemas.openxmlformats.org/officeDocument/2006/relationships/notesMaster" Target="/ppt/notesMasters/notesMaster1.xml" Id="R0f14977604c84c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dd0a6d9d76447f" /><Relationship Type="http://schemas.openxmlformats.org/officeDocument/2006/relationships/notesMaster" Target="/ppt/notesMasters/notesMaster1.xml" Id="Ra4c48c51fa5844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ddbf27254e4905" /><Relationship Type="http://schemas.openxmlformats.org/officeDocument/2006/relationships/notesMaster" Target="/ppt/notesMasters/notesMaster1.xml" Id="R07f017b9e1234b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ddf122417a464f" /><Relationship Type="http://schemas.openxmlformats.org/officeDocument/2006/relationships/notesMaster" Target="/ppt/notesMasters/notesMaster1.xml" Id="R6a2f4187348540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3576ccde824b4a" /><Relationship Type="http://schemas.openxmlformats.org/officeDocument/2006/relationships/notesMaster" Target="/ppt/notesMasters/notesMaster1.xml" Id="Re98b397ebc0249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94510da3a14605" /><Relationship Type="http://schemas.openxmlformats.org/officeDocument/2006/relationships/notesMaster" Target="/ppt/notesMasters/notesMaster1.xml" Id="R89585b78abf547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005bf76e034fbf" /><Relationship Type="http://schemas.openxmlformats.org/officeDocument/2006/relationships/notesMaster" Target="/ppt/notesMasters/notesMaster1.xml" Id="Re850694426144e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3dfae63b59434e" /><Relationship Type="http://schemas.openxmlformats.org/officeDocument/2006/relationships/notesMaster" Target="/ppt/notesMasters/notesMaster1.xml" Id="R82c90b6cff0949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Data Structures and Program Logic. Represent collections of values and control which instructions execute.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variables, values, expressions, and printed output. By the end, you will explain lists and dictionaries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lists and dictionaries, conditions, loops, functions.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Collections hold related values; control flow selects or repeats work; functions package reusable transformations.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list: An ordered mutable collection. dictionary: Named keys mapped to values. function: Reusable code with inputs and an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Filter three student scores, keep values at least 50, and compute the pass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2 [68, 91]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a list for ordered items, a set for uniqueness, and a dictionary for named fields. `if` selects; `for` repeats over items; `while` repeats while a condition stays true. A function contract states accepted inputs, returned output, and possible failures. Decompose a program into small functions that each perform one understandable transformation.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https://github.com/curiousily/AI-Bootcamp/blob/master/01.python-essentials-for-ai.ipynb.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Confusing a list position with a dictionary key. Printing inside every function instead of returning a reusable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Build a function that summarizes names and scores stored in dictionaries.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lists and dictionaries, conditions, loops, functions. Verification evidence: Test an empty collection, one failing score, and several passing scores.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https://github.com/curiousily/AI-Bootcamp/blob/master/01.python-essentials-for-ai.ipynb</a:t>
            </a:r>
          </a:p>
          <a:p xmlns:a="http://schemas.openxmlformats.org/drawingml/2006/main">
            <a:r>
              <a:t>- https://docs.python.org/3/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1b57f379848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16dc75045a4a82" /><Relationship Type="http://schemas.openxmlformats.org/officeDocument/2006/relationships/slideLayout" Target="/ppt/slideLayouts/slideLayout1.xml" Id="R48e237d6b5c94d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e237d6b5c94d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ba39f9d9f44b7" /><Relationship Type="http://schemas.openxmlformats.org/officeDocument/2006/relationships/image" Target="/ppt/media/image.png" Id="R82088d8d98044887" /><Relationship Type="http://schemas.openxmlformats.org/officeDocument/2006/relationships/image" Target="/ppt/media/image2.png" Id="Rc6301bc4ea194f42" /><Relationship Type="http://schemas.openxmlformats.org/officeDocument/2006/relationships/notesSlide" Target="/ppt/notesSlides/notesSlide1.xml" Id="R816163cda4764e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54ab7afc54a74" /><Relationship Type="http://schemas.openxmlformats.org/officeDocument/2006/relationships/notesSlide" Target="/ppt/notesSlides/notesSlide2.xml" Id="Rf5442399ac3f47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4c1fd69f94e3d" /><Relationship Type="http://schemas.openxmlformats.org/officeDocument/2006/relationships/notesSlide" Target="/ppt/notesSlides/notesSlide3.xml" Id="R798fdffd9d7346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225f716704a66" /><Relationship Type="http://schemas.openxmlformats.org/officeDocument/2006/relationships/notesSlide" Target="/ppt/notesSlides/notesSlide4.xml" Id="Red203bddc89b48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93cc8ab8f4892" /><Relationship Type="http://schemas.openxmlformats.org/officeDocument/2006/relationships/notesSlide" Target="/ppt/notesSlides/notesSlide5.xml" Id="R2f798a2188cf46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b85a71dea4c0f" /><Relationship Type="http://schemas.openxmlformats.org/officeDocument/2006/relationships/notesSlide" Target="/ppt/notesSlides/notesSlide6.xml" Id="R779e1ac527eb4d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0af6ab6294350" /><Relationship Type="http://schemas.openxmlformats.org/officeDocument/2006/relationships/notesSlide" Target="/ppt/notesSlides/notesSlide7.xml" Id="Re224d98ec97843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6699f1db54f16" /><Relationship Type="http://schemas.openxmlformats.org/officeDocument/2006/relationships/notesSlide" Target="/ppt/notesSlides/notesSlide8.xml" Id="R05be2388b31345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b8e6de84e4583" /><Relationship Type="http://schemas.openxmlformats.org/officeDocument/2006/relationships/notesSlide" Target="/ppt/notesSlides/notesSlide9.xml" Id="Rcbee48af324549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2d67582954263" /><Relationship Type="http://schemas.openxmlformats.org/officeDocument/2006/relationships/notesSlide" Target="/ppt/notesSlides/notesSlide10.xml" Id="R58ed7b697c174e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ee1979df04527" /><Relationship Type="http://schemas.openxmlformats.org/officeDocument/2006/relationships/notesSlide" Target="/ppt/notesSlides/notesSlide11.xml" Id="R83b727d34b5c48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8d06cb93a41b0" /><Relationship Type="http://schemas.openxmlformats.org/officeDocument/2006/relationships/image" Target="/ppt/media/image3.png" Id="R9cef9892522d43d3" /><Relationship Type="http://schemas.openxmlformats.org/officeDocument/2006/relationships/notesSlide" Target="/ppt/notesSlides/notesSlide12.xml" Id="Rb3255cbb897b46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4255F-3E9C-4053-8294-6734D38B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88d8d98044887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F6FA3-B94D-49E4-865F-A3C1CACB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7FB38-36EB-467E-9B49-C857B876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02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46DD4-7083-4304-A93B-3C9BCC09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Python Data Structures and Program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05C39-6A02-4592-BDE2-C4EA8C30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5F104-7F3C-4596-9A27-914A6EB1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Represent collections of values and control which instructions execute.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01bc4ea194f42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03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0B2AC-987B-40BC-9818-4471A871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7B8E9-6DD3-4995-BB2C-EE7C50C6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Python Data Structures and Program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75F20-1270-4672-A466-204F3FD7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CB969-4E9F-4BB3-BDAC-1F04FEF6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F1F8F-6B45-4908-BB3D-8D3536E2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E5978-0B88-46D1-AB29-05B629A7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A6B1B-A9A9-442C-A1AB-5A1ED461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Variables, values, expressions, and printed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57862-66A5-4618-95DC-8024DDD3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E70E2-AF76-4DF6-9814-0680787A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lists and dictionaries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5D261-77AC-4367-B014-14929DF2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79BA4-FD2B-40D1-85C5-27764EB9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conditions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FA3F1-CA00-43A4-9CDA-A62EA129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9AEC6-83A3-4A19-9F7C-247DB8BD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functions.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D8ECB-AEED-4209-A1A3-CED77C67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6F29B-BB87-4E2C-89E5-3FC943C5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9104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81AAA-D481-4FBF-8BF6-C1777A96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5A8C0-E13C-4B3D-BBF5-5308C2BD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Python Data Structures and Program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FD91F-353A-4E5A-AB3F-75B10B47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3CDF7-9374-4DD9-8C89-347F200B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282DB-5848-404C-B7B4-E1438B93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CA4AD-47C0-49C6-A7F6-D3656AFC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CCDBB-BC0E-4B55-8405-99C1CB86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Represent collections of values and control which instructions execute.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16FC6-B7BA-4DD3-B2E5-85517294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6A55F-F75A-4912-9DA0-409A476E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lists and dictionaries: A list stores ordered values by position; a dictionary stores values under meaningful keys.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8B90A-85B2-48A1-B7E0-79CBD06C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DAD23-CF4D-401F-939C-97A8FF6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conditions: A condition evaluates to true or false and controls which branch of code executes.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F3D94-582A-4F01-BC7E-38EE64E6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16E46-5D55-4080-A5F4-B8099469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loops: A loop repeats a block for each item or while a stated condition remains true.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CE6B8-CA3D-418E-9008-68F2205D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D2DAA-3A3B-45A3-BDBF-8915C21A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functions: Functions package a named transformation behind explicit inputs, outputs, and side-effect boundaries.</a:t>
            </a:r>
          </a:p>
        </p:txBody>
      </p:sp>
    </p:spTree>
    <p:extLst>
      <p:ext uri="{BB962C8B-B14F-4D97-AF65-F5344CB8AC3E}">
        <p14:creationId xmlns:p14="http://schemas.microsoft.com/office/powerpoint/2010/main" val="299890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DBA0F-3345-4449-AE96-87479A4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05BD2-B37D-434B-884A-9C8576A1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Python Data Structures and Program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225CD-16B5-4303-8741-E69B5E1D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C2544-84D2-4BB6-A9FC-DFCBF4CB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6F875-C9DF-45F9-B4CB-34EB787A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226E9-115D-4A31-A2C9-2AC9CEEA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70FD1-C286-47FC-B3D8-E1ABF18C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61688-97AC-4C8E-8FFF-0F1258E4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lists and dictionaries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261E5-B37F-4ADF-A08C-7C8D9485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2A113-90D9-4CAC-AFCE-E22833B0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14916-18F3-4C79-8E80-55564C5F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3B2A4-388C-4849-94C2-1A26222F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3B9EE-2203-4AB4-BC41-E0F3A214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C3AE2-3F2D-4745-A3E0-71453E4A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20616-8089-4C7D-953F-04D2FED2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BC155-88EC-4169-9ECB-2B3647A6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loops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2DACE-7717-4E46-8147-385079ED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9AA31-0B11-4854-85F2-B085D382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F63EC0-145D-42E0-81FB-5550290B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1D6EB-63BB-4B7A-8641-232FBFDA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functions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716F2-85D9-4029-A524-F561B942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Collections hold related values; control flow selects or repeats work; functions package reusable transformations.</a:t>
            </a:r>
          </a:p>
        </p:txBody>
      </p:sp>
    </p:spTree>
    <p:extLst>
      <p:ext uri="{BB962C8B-B14F-4D97-AF65-F5344CB8AC3E}">
        <p14:creationId xmlns:p14="http://schemas.microsoft.com/office/powerpoint/2010/main" val="282055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6807B-A160-4500-87D1-C1A4B0A7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0B3D5-0BDC-409B-9B01-3D533D34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Python Data Structures and Program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CF7C1-39D4-4F7E-A131-229C580F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E0DC2-BFA9-4D90-A24D-F881CA4A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56D9B-35AD-4F10-85CE-EB38E68B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2D7ED-D042-4792-BFDC-B08D6673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906E9-6457-4DB1-A9DD-8193C945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Collections hold related values; control flow selects or repeats work; functions package reusable transformations.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1622A-BFB6-4A29-B2C1-36250005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2848D-A19C-4996-A0AF-7ABC0D96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list: An ordered mutable collection.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0DF64-A6E5-497D-8929-63798C64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F7C15-150E-4167-87B7-5C8C2E53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dictionary: Named keys mapped to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89A68-7810-46AD-8AC1-FFC8933B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C0A88-242E-4CBD-AF55-A6D789CE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function: Reusable code with inputs and an output.</a:t>
            </a:r>
          </a:p>
        </p:txBody>
      </p:sp>
    </p:spTree>
    <p:extLst>
      <p:ext uri="{BB962C8B-B14F-4D97-AF65-F5344CB8AC3E}">
        <p14:creationId xmlns:p14="http://schemas.microsoft.com/office/powerpoint/2010/main" val="2705460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104C0-C147-4B52-AFD6-6707B3FB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F45A2-BD5E-42F0-83FD-C99C92E8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Python Data Structures and Program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1A62F-3BC8-4CF8-9ABA-CC70A746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75CCB-5AD7-4ACC-A77C-AA366B70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70012-5840-4134-9ACA-DFEBC0A4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58420-75D7-4950-B752-7C18A5D3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Filter three student scores, keep values at least 50, and compute the pass count.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A2E47-115A-4CFA-98DC-C0811043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EEFE1-F575-4201-AFFB-160206DF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31158-6DCD-49E2-B2E3-8C06C095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26AE4-D5D5-46DA-8582-2BDAB3E7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FB15F-AA41-4093-8872-D625F454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B4499-0CD0-4383-8A50-822026DE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2ABFA-50C9-4F09-A120-3CCD9DD9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AC69C-E932-4AB1-87C3-C9EAD16E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E60A6-6446-4905-9D00-BAD82EAA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1868321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1C5AD-8713-4CFA-B3F9-8DBD3475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865BD-8CA7-4AAF-861A-DA8E5E21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Python Data Structures and Program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59B4C-7098-4D10-87F6-0889971B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1ABB5-743D-49A4-8F18-97ECE4EB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900E7-8987-4F6A-9C7B-ECF73E90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00CDC-EA7F-466F-9847-BA9B9F44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FFF71-EDE4-43AA-AA56-179B185F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BA7C7-BE1E-4E57-A8A4-1BBC65CC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C08FC-8824-4252-B742-7B11B01D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8337C-3400-4105-AC32-5D732BCD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1AD01-6D5E-4EB3-9831-A0C974C1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scores = [42, 68, 91]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passed = [score for score in scores if score &gt;= 50]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print(len(passed), passed)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99383-6421-4352-AC92-C6ADDA40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3FA65-8D9E-4628-9226-214C6FE7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F9ED7-C0D3-446C-9C30-47BCA13F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2 [68, 91]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08773-5E89-4664-B70A-81893D88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AEC8F-D881-44AC-9E9C-61F2BB2F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3744923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E095F-B5FE-4775-A99B-5CDA2E66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4AE23-5523-462E-A4BF-FC7DC6FB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Python Data Structures and Program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7DC59-0836-4234-BD8E-3FA6656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38A20-A74F-4A43-A789-ACDEF8AC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76CCE-731D-4402-9DB2-C5D2AF5A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6A4A8-ECA4-4E8A-A8F2-2BD4E3D9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ACF20-277E-48E1-B9EB-294EAD02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3CCA6-4389-46C4-B865-5AE0C389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Choose a list for ordered items, a set for uniqueness, and a dictionary for named fields.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2D849-8508-4F9E-8F9E-A764444B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673F3-AEB9-427F-B181-84209CBC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6F3FA-5F7B-4A4B-8713-F6E5CCEF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3414E-B032-4AF2-AE29-BA82511E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`if` selects; `for` repeats over items; `while` repeats while a condition stays true.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04EF1-4F5A-4A0E-96DA-C84E6A7B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CF694-B9E2-41FF-AD81-441A9328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329E1-5506-48AC-AEE1-5259E49C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ECAF0-EA43-4FD8-8E96-5F18E032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 function contract states accepted inputs, returned output, and possible failures.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5A110-9F8E-4EA5-9844-B200A5C6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B010A-637F-4255-9B1D-4C2DE904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752BF-AFEE-4D52-8889-C580B915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7CEF8-CE92-43AC-82EF-EAEAB238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Decompose a program into small functions that each perform one understandable transformation.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A0C3D-F84E-4D52-8DE3-0965373F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94819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3DF55B-AA8E-41D4-8663-C2BA0391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E7F3B-A7B7-4930-B3E1-679432C3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Python Data Structures and Program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039A9-1551-4FF2-919A-6A5E9890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600D5-5E38-4C4D-BEB1-03D1128E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6F5B3-D001-4F0D-9CCF-B39F397C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7B375-524E-45A1-B371-4AF094C4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6C462-243E-4391-81CD-3CAFA89C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4B81A-2B10-4832-800B-683D00C8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lists and dictionaries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850CF-01BA-4A8B-BEF3-0B54560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70354-2B03-48EF-964F-15251732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FF14A-15DD-4F79-947D-D0790D56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6A016-5DC5-41F1-AD28-EC4378CB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5C5B7-2443-4D5C-88E3-16BDF7DC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221D2-1683-4D7F-9722-7378FC03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A6FC1-B9FF-4079-9DF9-887C422E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72118-AD4C-4A23-85B8-1052416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loops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2C157-C933-4D67-BD91-A6CF28EE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80440-B416-4E5D-9DEA-02BBDCAF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06892-2403-47DE-951A-16838036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F37A4-D317-49C9-A951-C5C847BB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functions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FF82E-D64A-4267-875B-0D876BE5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https://github.com/curiousily/AI-Bootcamp/blob/master/01.python-essentials-for-ai.ipynb.</a:t>
            </a:r>
          </a:p>
        </p:txBody>
      </p:sp>
    </p:spTree>
    <p:extLst>
      <p:ext uri="{BB962C8B-B14F-4D97-AF65-F5344CB8AC3E}">
        <p14:creationId xmlns:p14="http://schemas.microsoft.com/office/powerpoint/2010/main" val="2024999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4291F-55DE-422E-8222-29191987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86FDE-3DE2-43A6-91F3-0B15A1E2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Python Data Structures and Program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7DCEA-A2E2-481A-B147-DD8AB25B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25440-22BC-4CE8-A9EB-773D927E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2CF3E-3611-4319-8C48-F1918ABD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D0458-96A2-466E-A42E-11295D7C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171EA-FB82-4C1C-9975-AAD95C4A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7D39F-5D2B-4BEE-9E19-7C5933DE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Confusing a list position with a dictionary key.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46C2A-3692-4D5F-9959-87A0FE29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AF1F9-464A-4DB5-8AE5-A8C8F170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5CDDC-71B6-436B-ABEE-E2C5C117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Printing inside every function instead of returning a reusable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D8AA3-48F4-45DD-9B1E-243FAF9F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27125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A43FE-7908-4DC7-BEDC-0D7C8C1C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70F0D-5386-4C06-9D81-AE6263D7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Python Data Structures and Program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E3658-FDD7-4C89-8553-942045F9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79C98-61EE-4BCF-AB12-F8206D7E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66AE3-6D0C-44AE-8CD7-FA50EBC1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Build a function that summarizes names and scores stored in dictionaries.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BED78-E70D-4764-B456-478A5C7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DC395-12C6-4D90-BE71-F7AD12BB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0E212-82E7-4120-8B71-56D38AD6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996A6-B032-4179-AC98-90B8E3C4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AEE80-BE93-4CA3-8260-4D25D27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7DC0B-AFBA-4318-9518-058669ED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520ED-C281-4E77-8690-D5B9B112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CA507-F365-4C7A-A808-5CF98932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47548-5498-4D2A-941E-33600FB6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112A8-A62F-444C-8078-6E16CF60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AB99D-913C-46DF-9FF0-1C4DE29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1AD5F-C399-4EA6-865E-BD8AC8E9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4782593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2551B-AF38-4C13-B983-AC812738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M02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8EDE0-1E1D-432E-A40D-E24A94AA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Python Data Structures and Program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E96B6-117B-48F3-A47A-5333A13C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D9873-36A9-47E2-AF5A-1E30691D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27BDB-A6A0-4F5B-9445-3312E224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3346B-BF92-4B65-A8C0-05E87054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5AD08-CFD8-4598-B65C-009B4422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lists and dictionaries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636DF-2E96-4F3C-B864-02F5B106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687C5-3226-4D67-9E58-26398D91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conditions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0B6E5-B55F-4F43-B547-6A67E4AD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07E54-0292-4003-80F1-A9F6CA02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functions.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D76E0-8E48-4B6C-A375-401A2B16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E2354-BC8B-4084-A325-1C9AD382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Python program using a list, dictionaries, a condition, a loop, and a function with a return value.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f9892522d43d3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64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2026-07-28T16:53:10.4940000Z</dcterms:created>
  <dcterms:modified xsi:type="dcterms:W3CDTF">2026-07-28T16:53:10.4940000Z</dcterms:modified>
</coreProperties>
</file>