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8337f92cf4ac3" /><Relationship Type="http://schemas.openxmlformats.org/officeDocument/2006/relationships/extended-properties" Target="/docProps/app.xml" Id="Rc74718ae336d4e3d" /><Relationship Type="http://schemas.openxmlformats.org/officeDocument/2006/relationships/officeDocument" Target="/ppt/presentation.xml" Id="R92bb88a6266f42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c8ca1ba2b487e"/>
  </p:sldMasterIdLst>
  <p:notesMasterIdLst>
    <p:notesMasterId xmlns:r="http://schemas.openxmlformats.org/officeDocument/2006/relationships" r:id="Rcba9fc49d62248ee"/>
  </p:notesMasterIdLst>
  <p:sldIdLst>
    <p:sldId xmlns:r="http://schemas.openxmlformats.org/officeDocument/2006/relationships" id="256" r:id="R0fa3104ada0d4835"/>
    <p:sldId xmlns:r="http://schemas.openxmlformats.org/officeDocument/2006/relationships" id="257" r:id="Rc1c8a784002f4270"/>
    <p:sldId xmlns:r="http://schemas.openxmlformats.org/officeDocument/2006/relationships" id="258" r:id="Rac4c47bd01064912"/>
    <p:sldId xmlns:r="http://schemas.openxmlformats.org/officeDocument/2006/relationships" id="259" r:id="R96fb2cc337b24c83"/>
    <p:sldId xmlns:r="http://schemas.openxmlformats.org/officeDocument/2006/relationships" id="260" r:id="R0657b4ba1de741c2"/>
    <p:sldId xmlns:r="http://schemas.openxmlformats.org/officeDocument/2006/relationships" id="261" r:id="R0db4c4c4f86f4faa"/>
    <p:sldId xmlns:r="http://schemas.openxmlformats.org/officeDocument/2006/relationships" id="262" r:id="Rfdbd03e93d1e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a557b06f84fd4" /><Relationship Type="http://schemas.openxmlformats.org/officeDocument/2006/relationships/slideMaster" Target="/ppt/slideMasters/slideMaster1.xml" Id="R47cc8ca1ba2b487e" /><Relationship Type="http://schemas.openxmlformats.org/officeDocument/2006/relationships/notesMaster" Target="/ppt/notesMasters/notesMaster1.xml" Id="Rcba9fc49d62248ee" /><Relationship Type="http://schemas.openxmlformats.org/officeDocument/2006/relationships/presProps" Target="/ppt/presProps.xml" Id="Rbed49d1cf92f4ba1" /><Relationship Type="http://schemas.openxmlformats.org/officeDocument/2006/relationships/tableStyles" Target="/ppt/tableStyles.xml" Id="R546d6bea473c410c" /><Relationship Type="http://schemas.openxmlformats.org/officeDocument/2006/relationships/slide" Target="/ppt/slides/slide1.xml" Id="R0fa3104ada0d4835" /><Relationship Type="http://schemas.openxmlformats.org/officeDocument/2006/relationships/slide" Target="/ppt/slides/slide2.xml" Id="Rc1c8a784002f4270" /><Relationship Type="http://schemas.openxmlformats.org/officeDocument/2006/relationships/slide" Target="/ppt/slides/slide3.xml" Id="Rac4c47bd01064912" /><Relationship Type="http://schemas.openxmlformats.org/officeDocument/2006/relationships/slide" Target="/ppt/slides/slide4.xml" Id="R96fb2cc337b24c83" /><Relationship Type="http://schemas.openxmlformats.org/officeDocument/2006/relationships/slide" Target="/ppt/slides/slide5.xml" Id="R0657b4ba1de741c2" /><Relationship Type="http://schemas.openxmlformats.org/officeDocument/2006/relationships/slide" Target="/ppt/slides/slide6.xml" Id="R0db4c4c4f86f4faa" /><Relationship Type="http://schemas.openxmlformats.org/officeDocument/2006/relationships/slide" Target="/ppt/slides/slide7.xml" Id="Rfdbd03e93d1e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08930e6d75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42b5c477b4ed5" /><Relationship Type="http://schemas.openxmlformats.org/officeDocument/2006/relationships/notesMaster" Target="/ppt/notesMasters/notesMaster1.xml" Id="Rb0a042c72f9f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6da1ac28a84949" /><Relationship Type="http://schemas.openxmlformats.org/officeDocument/2006/relationships/notesMaster" Target="/ppt/notesMasters/notesMaster1.xml" Id="Rc99b29f59f8742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ed360d51a4a2d" /><Relationship Type="http://schemas.openxmlformats.org/officeDocument/2006/relationships/notesMaster" Target="/ppt/notesMasters/notesMaster1.xml" Id="R5056ada23b4c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7d393bae9470f" /><Relationship Type="http://schemas.openxmlformats.org/officeDocument/2006/relationships/notesMaster" Target="/ppt/notesMasters/notesMaster1.xml" Id="Ra48bf345d56e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d9464a4de446a" /><Relationship Type="http://schemas.openxmlformats.org/officeDocument/2006/relationships/notesMaster" Target="/ppt/notesMasters/notesMaster1.xml" Id="R9baa9b3f904140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848c5526a94c33" /><Relationship Type="http://schemas.openxmlformats.org/officeDocument/2006/relationships/notesMaster" Target="/ppt/notesMasters/notesMaster1.xml" Id="R61eb0691ad4c4b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f991d0874f4146" /><Relationship Type="http://schemas.openxmlformats.org/officeDocument/2006/relationships/notesMaster" Target="/ppt/notesMasters/notesMaster1.xml" Id="Rf10374d6b2c8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supplies evidence at request time. We measure retrieval before final answers, require citations, and abstain when evidence or access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9, session 2: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Build retrieval over a controlled document set. Trace answers to evidence. Apply access, safety, and fallback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embeddings, retrieval, grounding, guardrails.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RAG prototype with retrieval evaluation and threat model.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supplies evidence at request time. We measure retrieval before final answers, require citations, and abstain when evidence or access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Embeddings, RAG and Guardrails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0ba342d49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a1353359f04d32" /><Relationship Type="http://schemas.openxmlformats.org/officeDocument/2006/relationships/slideLayout" Target="/ppt/slideLayouts/slideLayout1.xml" Id="R9988f9db28ba45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8f9db28ba45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abb49a5174432" /><Relationship Type="http://schemas.openxmlformats.org/officeDocument/2006/relationships/image" Target="/ppt/media/image.png" Id="Rc1df4ea7e8b94ed6" /><Relationship Type="http://schemas.openxmlformats.org/officeDocument/2006/relationships/image" Target="/ppt/media/image2.png" Id="R4bd1c10ade024ac2" /><Relationship Type="http://schemas.openxmlformats.org/officeDocument/2006/relationships/notesSlide" Target="/ppt/notesSlides/notesSlide1.xml" Id="R6a354aea764047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e0a821a0b46a3" /><Relationship Type="http://schemas.openxmlformats.org/officeDocument/2006/relationships/notesSlide" Target="/ppt/notesSlides/notesSlide2.xml" Id="R774b000f5dc1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dd8b3f9e94179" /><Relationship Type="http://schemas.openxmlformats.org/officeDocument/2006/relationships/notesSlide" Target="/ppt/notesSlides/notesSlide3.xml" Id="R8bfbeaefd25f47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790e830334128" /><Relationship Type="http://schemas.openxmlformats.org/officeDocument/2006/relationships/notesSlide" Target="/ppt/notesSlides/notesSlide4.xml" Id="Rf266186926fb4c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d2d8ec2ad4db1" /><Relationship Type="http://schemas.openxmlformats.org/officeDocument/2006/relationships/notesSlide" Target="/ppt/notesSlides/notesSlide5.xml" Id="Rd69ad7887adb46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9098308d48b6" /><Relationship Type="http://schemas.openxmlformats.org/officeDocument/2006/relationships/notesSlide" Target="/ppt/notesSlides/notesSlide6.xml" Id="R90a383e0a644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2b5cf381c4c9e" /><Relationship Type="http://schemas.openxmlformats.org/officeDocument/2006/relationships/notesSlide" Target="/ppt/notesSlides/notesSlide7.xml" Id="Rb901e3d12288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0D569-1C7E-437A-9918-67B08BA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EE3F1-0231-4435-A375-0934C7E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f4ea7e8b94ed6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36C87-6E71-4A83-B07B-6B5E9D0A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09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7CEA-BA48-4BFF-843E-D9CD197B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Embeddings, RAG and Guardrails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8BFC4-5C18-477D-AA73-44208B6C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B3A4-404D-4AA1-AF02-20F4E70C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Build grounded LLM experiences with measurable quality and safeguards.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1c10ade024ac2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29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DA0E2-11E0-4580-BCFD-80CFDD1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67E4-E21B-4CB3-9ED9-63383B64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5B56F-3B1B-44B9-9475-BF461D2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AEEB-E1E7-41C6-9301-87F087F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2C2E-C76F-4FBB-82E6-3D4E770F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18DCD-4919-462F-9667-E141275B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FD39-0ECA-402A-A51D-2D469FF8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1893-DB2C-42E2-9347-2E126985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Build retrieval over a controlled document 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30A2A-2EEE-472E-A36F-3A75D7A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64A5E-2C34-4803-A528-F63B0AA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49A35-85DA-4141-8B52-77DA631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Trace answers to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0BE4A-A009-4610-B694-1C01A655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5DB6F-1D0D-45EB-A141-3CD75FA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BE4AA-F6B4-4FB1-92FF-507A4DC4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Apply access, safety, and fallback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AE105-F043-46BA-B2D0-8D612CE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8EDD9-9904-4B02-A8C8-DDA728E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8280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9A385-FAE9-4767-9119-9280DE7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CB5B7-10B2-4ED2-88A3-010E1E9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6451E-5C32-49DB-BC02-277FDCA7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41DFC-EE8B-4229-9E8A-4C4D47B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4CECD-4EA8-41DD-8E99-CD67264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CE53A-BC67-46BB-B3B6-9C99967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348E-CBFD-4EBE-9963-EE1DEC8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E8E53-ED48-425A-A9BA-1FBC6F3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80B58-0587-465A-A7C1-3B249AC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embeddings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F838B-2861-4871-9709-4AA0845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9719D-61CC-424A-918C-82FA644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B9C57-F5B9-4222-AEFF-2AD9BABB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3BA64-891A-4CEC-B1D4-FCF741F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87A03-7472-4EDC-8D9B-4B0518D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0BCFD-C221-4543-84DB-FD814CE8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2D83D-7CC1-44A7-929A-08F1D6F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8FA59-11DA-469D-8A1C-5F7787A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grounding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627B9-8E60-4467-AF24-9F1D7474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0CC61-2283-4DAD-AE15-74C9A97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FEFE7-2F77-4272-936C-528F3C6F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77714-97FA-4D6B-9962-44E19C6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guardrails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9359A-918D-4090-BF4D-75575B01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39906-DD7E-4D7E-B467-A7BD8A91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4007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6460C-4E65-4AE6-9873-5B838ADB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0B14-60CE-4262-9BBB-8ECFC32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12440-B6F1-4BFF-B33C-C032C7B6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1F2A-014D-452C-B9EE-CF22FB0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18548-B240-4E3A-B19C-CA4B729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5FDFB-CC82-43EF-BF57-097394F5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4CC1E-0970-43FB-B418-1483CA1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CA141-4FAE-49B1-BCA7-C2B54246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F6D6E-2018-4A81-9890-3B65547C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B22B1-9EB4-497B-BB87-092AD73D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0CD6B-472E-4B8B-90DF-31649B2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A77C4-3EEA-4C5E-A194-6AE4996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8DCB5-5B63-4FE7-9DC8-FB1C11DC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F422C-B6E7-49FB-B2DA-262A52B4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A8681-8D97-4C69-9DBA-831E6C6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3A029-370B-45A7-9928-183F6F5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37D52-AA1D-4B45-9E98-6BDA275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1E7B0-390E-4133-B710-F62C669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Build a cited assistant over course policies and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4DDCD-8F06-4B55-BC6B-1D55789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954897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7E979-6491-4963-AE23-A8387087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C6E16-49E1-44E7-BD8B-FFE7A0E0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F48C5-4D57-4B76-82BE-7F5AC1E3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ED087-3DCD-44D2-8825-C945D05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E9598-15A9-44DC-893A-D024A79A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D529E-26C4-4DAA-A86D-F2CC183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6951E-F685-4A80-864F-6764C89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629F-7FCF-4C21-9003-60F4F5A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Build a cited assistant over course policies and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D3AC6-4721-473D-9D27-3F565B2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6727A-6001-4210-8446-27FD786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E0BC1-F182-47A2-951D-F5C4C9E2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6FEF0-7E6D-43BB-96A4-5B647AE8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EC4D4-9618-4552-B6F2-4A71D6C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592C5-6AAB-4092-A053-B7444FB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9D2CE-F869-4BF5-A83C-65B97D4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1DDBD-9098-496D-98EC-B4DD721F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B506A-04F0-4349-9856-D872263D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A095C-424C-478D-97AC-C62760E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2C637-30F2-40F5-BEBF-C1A94A01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0AD95-57E4-4144-B0C5-FBA19AD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99520-A723-4C9E-A04C-46D7257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18195-2575-4A4B-BDDF-E026CCE2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D2584-3231-47E5-BE5A-438B2D6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D3AB2-EF5C-4241-80D0-D0B17F6F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9F380-F0D9-4091-98D7-9E38465C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8CB74-441F-4AF7-8CE9-250AE319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5254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D846D-07E6-4443-A136-A3B5A493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42749-1201-4C38-B53F-5C7D11E9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09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CA68-3234-4F1C-9C52-0672FF1C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68D6-ECB5-4C27-A9EA-72BD446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B3E97-2B5B-4654-9565-3665589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BD13-B106-49B0-89CF-BB01CB8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RAG prototype with retrieval evaluation and threat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B12D-B4E7-44BA-8C70-B28C7A43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EC8D-F3A5-4750-9E83-2649B13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6D1EF-6808-4E80-A8A2-6943273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6129D-9F02-4A52-BFF0-C1B73A7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6630F-97AA-4AD8-8CCF-11053B2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5CC72-F99F-4689-B7F5-61146C8D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DD8CA-B2F6-485A-BAA9-1EB20C3C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44D46-DB6B-4C74-94FB-A2475638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CB366-1BFB-4216-B862-CE73B38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F62FE-7E50-433A-B838-E56CC5B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Grounded Knowledge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54EAD-4851-43E9-987D-0E988659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Retrieval 25%, grounding 25%, evaluation 20%, safeguards 20%, documentation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845F5-B84D-4630-9DBB-4FA40971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F845E-1122-46C9-AB1D-807F47EB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3128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B4046-F3C2-43E1-AA6C-B0535259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98CF2-47CF-4237-BEE6-9CFD6A4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EE93-F0E1-4ECB-8A16-18CB615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718B5-0349-4B6A-ACCC-A544CBE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655B7-84A1-4232-BF13-4518293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embeddings +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DDE81-294B-406A-8EF8-0B415E8E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E0729-33A4-4642-8E62-951D3301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7D2AA-6424-47EC-B861-7F9D7CE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Build a cited assistant over course policies and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6DACA-D8A8-4E65-949F-941E6E13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379A0-647A-4188-AEF3-5910840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5EE64-1F22-4686-B517-3759EA4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RAG prototype with retrieval evaluation and threat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E2402-7D54-4457-AE94-966900A7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4DE28-D16F-4059-9820-F06E26A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FBE7F-FA27-45A8-B3B4-2CE420B4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28AE9-5B1F-4401-8F16-E96B2C8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2014661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2026-07-27T08:01:09.8980000Z</dcterms:created>
  <dcterms:modified xsi:type="dcterms:W3CDTF">2026-07-27T08:01:09.8980000Z</dcterms:modified>
</coreProperties>
</file>